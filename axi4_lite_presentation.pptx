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701" r:id="rId4"/>
  </p:sldMasterIdLst>
  <p:notesMasterIdLst>
    <p:notesMasterId r:id="rId24"/>
  </p:notesMasterIdLst>
  <p:handoutMasterIdLst>
    <p:handoutMasterId r:id="rId25"/>
  </p:handoutMasterIdLst>
  <p:sldIdLst>
    <p:sldId id="269" r:id="rId5"/>
    <p:sldId id="265" r:id="rId6"/>
    <p:sldId id="264" r:id="rId7"/>
    <p:sldId id="262" r:id="rId8"/>
    <p:sldId id="275" r:id="rId9"/>
    <p:sldId id="276" r:id="rId10"/>
    <p:sldId id="277" r:id="rId11"/>
    <p:sldId id="278" r:id="rId12"/>
    <p:sldId id="279" r:id="rId13"/>
    <p:sldId id="280" r:id="rId14"/>
    <p:sldId id="281" r:id="rId15"/>
    <p:sldId id="283" r:id="rId16"/>
    <p:sldId id="282" r:id="rId17"/>
    <p:sldId id="284" r:id="rId18"/>
    <p:sldId id="271" r:id="rId19"/>
    <p:sldId id="274" r:id="rId20"/>
    <p:sldId id="286" r:id="rId21"/>
    <p:sldId id="288" r:id="rId22"/>
    <p:sldId id="287" r:id="rId2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360" userDrawn="1">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3" name="Author" initials="A"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9E6D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7E9639D4-E3E2-4D34-9284-5A2195B3D0D7}">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325" autoAdjust="0"/>
    <p:restoredTop sz="94609" autoAdjust="0"/>
  </p:normalViewPr>
  <p:slideViewPr>
    <p:cSldViewPr snapToGrid="0">
      <p:cViewPr varScale="1">
        <p:scale>
          <a:sx n="82" d="100"/>
          <a:sy n="82" d="100"/>
        </p:scale>
        <p:origin x="658" y="72"/>
      </p:cViewPr>
      <p:guideLst>
        <p:guide orient="horz" pos="3360"/>
        <p:guide pos="3840"/>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commentAuthors" Target="commentAuthor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microsoft.com/office/2018/10/relationships/authors" Target="author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presProps" Target="presProps.xml"/><Relationship Id="rId3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3F6ED8B-CF52-4A64-BACC-61D9C1041E0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0D7022B2-02C5-4E03-99BC-0BA3C57AC49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352A77B-D33C-49B3-A83C-450AA2ED72B3}" type="datetimeFigureOut">
              <a:rPr lang="en-US" smtClean="0"/>
              <a:t>3/20/2026</a:t>
            </a:fld>
            <a:endParaRPr lang="en-US" dirty="0"/>
          </a:p>
        </p:txBody>
      </p:sp>
      <p:sp>
        <p:nvSpPr>
          <p:cNvPr id="4" name="Footer Placeholder 3">
            <a:extLst>
              <a:ext uri="{FF2B5EF4-FFF2-40B4-BE49-F238E27FC236}">
                <a16:creationId xmlns:a16="http://schemas.microsoft.com/office/drawing/2014/main" id="{BC3FEE8C-8D38-4F2A-950E-071C6823E27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8C567A6D-959B-4552-AB8D-4CCA819CAA7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BF9A36D-7FAC-478F-9944-F324014F6FD1}" type="slidenum">
              <a:rPr lang="en-US" smtClean="0"/>
              <a:t>‹#›</a:t>
            </a:fld>
            <a:endParaRPr lang="en-US" dirty="0"/>
          </a:p>
        </p:txBody>
      </p:sp>
    </p:spTree>
    <p:extLst>
      <p:ext uri="{BB962C8B-B14F-4D97-AF65-F5344CB8AC3E}">
        <p14:creationId xmlns:p14="http://schemas.microsoft.com/office/powerpoint/2010/main" val="13424676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8D8F9A-F5CB-4EF8-A859-ED5E107B9763}" type="datetimeFigureOut">
              <a:rPr lang="en-US" smtClean="0"/>
              <a:t>3/20/2026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4B9A9E5-4F7F-4A7D-9DE1-899232329269}" type="slidenum">
              <a:rPr lang="en-US" smtClean="0"/>
              <a:t>‹#›</a:t>
            </a:fld>
            <a:endParaRPr lang="en-US" dirty="0"/>
          </a:p>
        </p:txBody>
      </p:sp>
    </p:spTree>
    <p:extLst>
      <p:ext uri="{BB962C8B-B14F-4D97-AF65-F5344CB8AC3E}">
        <p14:creationId xmlns:p14="http://schemas.microsoft.com/office/powerpoint/2010/main" val="13877831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2.svg"/><Relationship Id="rId7" Type="http://schemas.openxmlformats.org/officeDocument/2006/relationships/image" Target="../media/image16.svg"/><Relationship Id="rId2" Type="http://schemas.openxmlformats.org/officeDocument/2006/relationships/image" Target="../media/image11.png"/><Relationship Id="rId1" Type="http://schemas.openxmlformats.org/officeDocument/2006/relationships/slideMaster" Target="../slideMasters/slideMaster1.xml"/><Relationship Id="rId6" Type="http://schemas.openxmlformats.org/officeDocument/2006/relationships/image" Target="../media/image15.png"/><Relationship Id="rId5" Type="http://schemas.openxmlformats.org/officeDocument/2006/relationships/image" Target="../media/image14.svg"/><Relationship Id="rId4" Type="http://schemas.openxmlformats.org/officeDocument/2006/relationships/image" Target="../media/image13.pn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lumMod val="75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261872" y="758952"/>
            <a:ext cx="9418320" cy="4041648"/>
          </a:xfrm>
        </p:spPr>
        <p:txBody>
          <a:bodyPr anchor="b">
            <a:normAutofit/>
          </a:bodyPr>
          <a:lstStyle>
            <a:lvl1pPr algn="l">
              <a:lnSpc>
                <a:spcPct val="85000"/>
              </a:lnSpc>
              <a:defRPr sz="7200" baseline="0">
                <a:solidFill>
                  <a:schemeClr val="tx1"/>
                </a:solidFill>
              </a:defRPr>
            </a:lvl1pPr>
          </a:lstStyle>
          <a:p>
            <a:r>
              <a:rPr lang="en-US"/>
              <a:t>Click to edit Master title style</a:t>
            </a:r>
            <a:endParaRPr lang="en-US" dirty="0"/>
          </a:p>
        </p:txBody>
      </p:sp>
      <p:sp>
        <p:nvSpPr>
          <p:cNvPr id="3" name="Subtitle 2"/>
          <p:cNvSpPr>
            <a:spLocks noGrp="1"/>
          </p:cNvSpPr>
          <p:nvPr>
            <p:ph type="subTitle" idx="1"/>
          </p:nvPr>
        </p:nvSpPr>
        <p:spPr>
          <a:xfrm>
            <a:off x="1261872" y="4800600"/>
            <a:ext cx="9418320" cy="1691640"/>
          </a:xfrm>
        </p:spPr>
        <p:txBody>
          <a:bodyPr>
            <a:normAutofit/>
          </a:bodyPr>
          <a:lstStyle>
            <a:lvl1pPr marL="0" indent="0" algn="l">
              <a:buNone/>
              <a:defRPr sz="2200" baseline="0">
                <a:solidFill>
                  <a:schemeClr val="tx1">
                    <a:lumMod val="75000"/>
                  </a:schemeClr>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solidFill>
                  <a:schemeClr val="tx1">
                    <a:lumMod val="50000"/>
                  </a:schemeClr>
                </a:solidFill>
              </a:defRPr>
            </a:lvl1pPr>
          </a:lstStyle>
          <a:p>
            <a:fld id="{9E016143-E03C-4CFD-AFDC-14E5BDEA754C}" type="datetimeFigureOut">
              <a:rPr lang="en-US" dirty="0"/>
              <a:t>3/20/2026</a:t>
            </a:fld>
            <a:endParaRPr lang="en-US" dirty="0"/>
          </a:p>
        </p:txBody>
      </p:sp>
      <p:sp>
        <p:nvSpPr>
          <p:cNvPr id="5" name="Footer Placeholder 4"/>
          <p:cNvSpPr>
            <a:spLocks noGrp="1"/>
          </p:cNvSpPr>
          <p:nvPr>
            <p:ph type="ftr" sz="quarter" idx="11"/>
          </p:nvPr>
        </p:nvSpPr>
        <p:spPr/>
        <p:txBody>
          <a:bodyPr/>
          <a:lstStyle>
            <a:lvl1pPr>
              <a:defRPr>
                <a:solidFill>
                  <a:schemeClr val="tx1">
                    <a:lumMod val="65000"/>
                  </a:schemeClr>
                </a:solidFill>
              </a:defRPr>
            </a:lvl1pPr>
          </a:lstStyle>
          <a:p>
            <a:endParaRPr lang="en-US" dirty="0"/>
          </a:p>
        </p:txBody>
      </p:sp>
      <p:sp>
        <p:nvSpPr>
          <p:cNvPr id="6" name="Slide Number Placeholder 5"/>
          <p:cNvSpPr>
            <a:spLocks noGrp="1"/>
          </p:cNvSpPr>
          <p:nvPr>
            <p:ph type="sldNum" sz="quarter" idx="12"/>
          </p:nvPr>
        </p:nvSpPr>
        <p:spPr/>
        <p:txBody>
          <a:bodyPr/>
          <a:lstStyle>
            <a:lvl1pPr>
              <a:defRPr>
                <a:solidFill>
                  <a:schemeClr val="tx1">
                    <a:lumMod val="65000"/>
                  </a:schemeClr>
                </a:solidFill>
              </a:defRPr>
            </a:lvl1pPr>
          </a:lstStyle>
          <a:p>
            <a:fld id="{4FAB73BC-B049-4115-A692-8D63A059BFB8}" type="slidenum">
              <a:rPr lang="en-US" dirty="0"/>
              <a:pPr/>
              <a:t>‹#›</a:t>
            </a:fld>
            <a:endParaRPr lang="en-US" dirty="0"/>
          </a:p>
        </p:txBody>
      </p:sp>
      <p:sp>
        <p:nvSpPr>
          <p:cNvPr id="7" name="Rectangle 6"/>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707213733"/>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20XX</a:t>
            </a:r>
            <a:endParaRPr lang="en-US" dirty="0"/>
          </a:p>
        </p:txBody>
      </p:sp>
      <p:sp>
        <p:nvSpPr>
          <p:cNvPr id="5" name="Footer Placeholder 4"/>
          <p:cNvSpPr>
            <a:spLocks noGrp="1"/>
          </p:cNvSpPr>
          <p:nvPr>
            <p:ph type="ftr" sz="quarter" idx="11"/>
          </p:nvPr>
        </p:nvSpPr>
        <p:spPr/>
        <p:txBody>
          <a:bodyPr/>
          <a:lstStyle/>
          <a:p>
            <a:r>
              <a:rPr lang="en-US"/>
              <a:t>Pitch Deck</a:t>
            </a:r>
            <a:endParaRPr lang="en-US" dirty="0"/>
          </a:p>
        </p:txBody>
      </p:sp>
      <p:sp>
        <p:nvSpPr>
          <p:cNvPr id="6" name="Slide Number Placeholder 5"/>
          <p:cNvSpPr>
            <a:spLocks noGrp="1"/>
          </p:cNvSpPr>
          <p:nvPr>
            <p:ph type="sldNum" sz="quarter" idx="12"/>
          </p:nvPr>
        </p:nvSpPr>
        <p:spPr/>
        <p:txBody>
          <a:body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1321554896"/>
      </p:ext>
    </p:extLst>
  </p:cSld>
  <p:clrMapOvr>
    <a:masterClrMapping/>
  </p:clrMapOvr>
  <p:hf hdr="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61872" y="758952"/>
            <a:ext cx="9418320" cy="4041648"/>
          </a:xfrm>
        </p:spPr>
        <p:txBody>
          <a:bodyPr anchor="b">
            <a:normAutofit/>
          </a:bodyPr>
          <a:lstStyle>
            <a:lvl1pPr>
              <a:lnSpc>
                <a:spcPct val="85000"/>
              </a:lnSpc>
              <a:defRPr sz="7200" b="0"/>
            </a:lvl1pPr>
          </a:lstStyle>
          <a:p>
            <a:r>
              <a:rPr lang="en-US"/>
              <a:t>Click to edit Master title style</a:t>
            </a:r>
            <a:endParaRPr lang="en-US" dirty="0"/>
          </a:p>
        </p:txBody>
      </p:sp>
      <p:sp>
        <p:nvSpPr>
          <p:cNvPr id="3" name="Text Placeholder 2"/>
          <p:cNvSpPr>
            <a:spLocks noGrp="1"/>
          </p:cNvSpPr>
          <p:nvPr>
            <p:ph type="body" idx="1"/>
          </p:nvPr>
        </p:nvSpPr>
        <p:spPr>
          <a:xfrm>
            <a:off x="1261872" y="4800600"/>
            <a:ext cx="9418320" cy="1691640"/>
          </a:xfrm>
        </p:spPr>
        <p:txBody>
          <a:bodyPr anchor="t">
            <a:normAutofit/>
          </a:bodyPr>
          <a:lstStyle>
            <a:lvl1pPr marL="0" indent="0">
              <a:buNone/>
              <a:defRPr sz="22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a:t>20XX</a:t>
            </a:r>
            <a:endParaRPr lang="en-US" dirty="0"/>
          </a:p>
        </p:txBody>
      </p:sp>
      <p:sp>
        <p:nvSpPr>
          <p:cNvPr id="5" name="Footer Placeholder 4"/>
          <p:cNvSpPr>
            <a:spLocks noGrp="1"/>
          </p:cNvSpPr>
          <p:nvPr>
            <p:ph type="ftr" sz="quarter" idx="11"/>
          </p:nvPr>
        </p:nvSpPr>
        <p:spPr/>
        <p:txBody>
          <a:bodyPr/>
          <a:lstStyle/>
          <a:p>
            <a:r>
              <a:rPr lang="en-US"/>
              <a:t>Pitch Deck</a:t>
            </a:r>
            <a:endParaRPr lang="en-US" dirty="0"/>
          </a:p>
        </p:txBody>
      </p:sp>
      <p:sp>
        <p:nvSpPr>
          <p:cNvPr id="6" name="Slide Number Placeholder 5"/>
          <p:cNvSpPr>
            <a:spLocks noGrp="1"/>
          </p:cNvSpPr>
          <p:nvPr>
            <p:ph type="sldNum" sz="quarter" idx="12"/>
          </p:nvPr>
        </p:nvSpPr>
        <p:spPr/>
        <p:txBody>
          <a:bodyPr/>
          <a:lstStyle/>
          <a:p>
            <a:fld id="{B5CEABB6-07DC-46E8-9B57-56EC44A396E5}" type="slidenum">
              <a:rPr lang="en-US" smtClean="0"/>
              <a:pPr/>
              <a:t>‹#›</a:t>
            </a:fld>
            <a:endParaRPr lang="en-US" dirty="0"/>
          </a:p>
        </p:txBody>
      </p:sp>
      <p:sp>
        <p:nvSpPr>
          <p:cNvPr id="7" name="Rectangle 6"/>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630952851"/>
      </p:ext>
    </p:extLst>
  </p:cSld>
  <p:clrMapOvr>
    <a:masterClrMapping/>
  </p:clrMapOvr>
  <p:hf hdr="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61872"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26480"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r>
              <a:rPr lang="en-US"/>
              <a:t>20XX</a:t>
            </a:r>
            <a:endParaRPr lang="en-US" dirty="0"/>
          </a:p>
        </p:txBody>
      </p:sp>
      <p:sp>
        <p:nvSpPr>
          <p:cNvPr id="6" name="Footer Placeholder 5"/>
          <p:cNvSpPr>
            <a:spLocks noGrp="1"/>
          </p:cNvSpPr>
          <p:nvPr>
            <p:ph type="ftr" sz="quarter" idx="11"/>
          </p:nvPr>
        </p:nvSpPr>
        <p:spPr/>
        <p:txBody>
          <a:bodyPr/>
          <a:lstStyle/>
          <a:p>
            <a:r>
              <a:rPr lang="en-US"/>
              <a:t>Pitch Deck</a:t>
            </a:r>
            <a:endParaRPr lang="en-US" dirty="0"/>
          </a:p>
        </p:txBody>
      </p:sp>
      <p:sp>
        <p:nvSpPr>
          <p:cNvPr id="7" name="Slide Number Placeholder 6"/>
          <p:cNvSpPr>
            <a:spLocks noGrp="1"/>
          </p:cNvSpPr>
          <p:nvPr>
            <p:ph type="sldNum" sz="quarter" idx="12"/>
          </p:nvPr>
        </p:nvSpPr>
        <p:spPr/>
        <p:txBody>
          <a:body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3202546861"/>
      </p:ext>
    </p:extLst>
  </p:cSld>
  <p:clrMapOvr>
    <a:masterClrMapping/>
  </p:clrMapOvr>
  <p:hf hdr="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261872" y="1713655"/>
            <a:ext cx="4480560" cy="731520"/>
          </a:xfrm>
        </p:spPr>
        <p:txBody>
          <a:bodyPr anchor="b">
            <a:normAutofit/>
          </a:bodyPr>
          <a:lstStyle>
            <a:lvl1pPr marL="0" indent="0">
              <a:spcBef>
                <a:spcPts val="0"/>
              </a:spcBef>
              <a:buNone/>
              <a:defRPr sz="20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61872"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26480" y="1713655"/>
            <a:ext cx="4480560" cy="731520"/>
          </a:xfrm>
        </p:spPr>
        <p:txBody>
          <a:bodyPr anchor="b">
            <a:normAutofit/>
          </a:bodyPr>
          <a:lstStyle>
            <a:lvl1pPr marL="0" indent="0">
              <a:lnSpc>
                <a:spcPct val="95000"/>
              </a:lnSpc>
              <a:spcBef>
                <a:spcPts val="0"/>
              </a:spcBef>
              <a:buNone/>
              <a:defRPr lang="en-US" sz="2000" b="0" kern="1200" dirty="0">
                <a:solidFill>
                  <a:schemeClr val="tx2"/>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2000"/>
              </a:spcBef>
              <a:buFontTx/>
              <a:buNone/>
            </a:pPr>
            <a:r>
              <a:rPr lang="en-US"/>
              <a:t>Click to edit Master text styles</a:t>
            </a:r>
          </a:p>
        </p:txBody>
      </p:sp>
      <p:sp>
        <p:nvSpPr>
          <p:cNvPr id="6" name="Content Placeholder 5"/>
          <p:cNvSpPr>
            <a:spLocks noGrp="1"/>
          </p:cNvSpPr>
          <p:nvPr>
            <p:ph sz="quarter" idx="4"/>
          </p:nvPr>
        </p:nvSpPr>
        <p:spPr>
          <a:xfrm>
            <a:off x="6126480"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r>
              <a:rPr lang="en-US"/>
              <a:t>20XX</a:t>
            </a:r>
            <a:endParaRPr lang="en-US" dirty="0"/>
          </a:p>
        </p:txBody>
      </p:sp>
      <p:sp>
        <p:nvSpPr>
          <p:cNvPr id="8" name="Footer Placeholder 7"/>
          <p:cNvSpPr>
            <a:spLocks noGrp="1"/>
          </p:cNvSpPr>
          <p:nvPr>
            <p:ph type="ftr" sz="quarter" idx="11"/>
          </p:nvPr>
        </p:nvSpPr>
        <p:spPr/>
        <p:txBody>
          <a:bodyPr/>
          <a:lstStyle/>
          <a:p>
            <a:r>
              <a:rPr lang="en-US"/>
              <a:t>Pitch Deck</a:t>
            </a:r>
            <a:endParaRPr lang="en-US" dirty="0"/>
          </a:p>
        </p:txBody>
      </p:sp>
      <p:sp>
        <p:nvSpPr>
          <p:cNvPr id="9" name="Slide Number Placeholder 8"/>
          <p:cNvSpPr>
            <a:spLocks noGrp="1"/>
          </p:cNvSpPr>
          <p:nvPr>
            <p:ph type="sldNum" sz="quarter" idx="12"/>
          </p:nvPr>
        </p:nvSpPr>
        <p:spPr/>
        <p:txBody>
          <a:body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1707014386"/>
      </p:ext>
    </p:extLst>
  </p:cSld>
  <p:clrMapOvr>
    <a:masterClrMapping/>
  </p:clrMapOvr>
  <p:hf hdr="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r>
              <a:rPr lang="en-US"/>
              <a:t>20XX</a:t>
            </a:r>
            <a:endParaRPr lang="en-US" dirty="0"/>
          </a:p>
        </p:txBody>
      </p:sp>
      <p:sp>
        <p:nvSpPr>
          <p:cNvPr id="4" name="Footer Placeholder 3"/>
          <p:cNvSpPr>
            <a:spLocks noGrp="1"/>
          </p:cNvSpPr>
          <p:nvPr>
            <p:ph type="ftr" sz="quarter" idx="11"/>
          </p:nvPr>
        </p:nvSpPr>
        <p:spPr/>
        <p:txBody>
          <a:bodyPr/>
          <a:lstStyle/>
          <a:p>
            <a:r>
              <a:rPr lang="en-US"/>
              <a:t>Pitch Deck</a:t>
            </a:r>
            <a:endParaRPr lang="en-US" dirty="0"/>
          </a:p>
        </p:txBody>
      </p:sp>
      <p:sp>
        <p:nvSpPr>
          <p:cNvPr id="5" name="Slide Number Placeholder 4"/>
          <p:cNvSpPr>
            <a:spLocks noGrp="1"/>
          </p:cNvSpPr>
          <p:nvPr>
            <p:ph type="sldNum" sz="quarter" idx="12"/>
          </p:nvPr>
        </p:nvSpPr>
        <p:spPr/>
        <p:txBody>
          <a:body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1953312985"/>
      </p:ext>
    </p:extLst>
  </p:cSld>
  <p:clrMapOvr>
    <a:masterClrMapping/>
  </p:clrMapOvr>
  <p:hf hdr="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20XX</a:t>
            </a:r>
            <a:endParaRPr lang="en-US" dirty="0"/>
          </a:p>
        </p:txBody>
      </p:sp>
      <p:sp>
        <p:nvSpPr>
          <p:cNvPr id="3" name="Footer Placeholder 2"/>
          <p:cNvSpPr>
            <a:spLocks noGrp="1"/>
          </p:cNvSpPr>
          <p:nvPr>
            <p:ph type="ftr" sz="quarter" idx="11"/>
          </p:nvPr>
        </p:nvSpPr>
        <p:spPr/>
        <p:txBody>
          <a:bodyPr/>
          <a:lstStyle/>
          <a:p>
            <a:r>
              <a:rPr lang="en-US"/>
              <a:t>Pitch Deck</a:t>
            </a:r>
            <a:endParaRPr lang="en-US" dirty="0"/>
          </a:p>
        </p:txBody>
      </p:sp>
      <p:sp>
        <p:nvSpPr>
          <p:cNvPr id="4" name="Slide Number Placeholder 3"/>
          <p:cNvSpPr>
            <a:spLocks noGrp="1"/>
          </p:cNvSpPr>
          <p:nvPr>
            <p:ph type="sldNum" sz="quarter" idx="12"/>
          </p:nvPr>
        </p:nvSpPr>
        <p:spPr/>
        <p:txBody>
          <a:body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3987043601"/>
      </p:ext>
    </p:extLst>
  </p:cSld>
  <p:clrMapOvr>
    <a:masterClrMapping/>
  </p:clrMapOvr>
  <p:hf hdr="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1248" y="457200"/>
            <a:ext cx="3200400" cy="1600197"/>
          </a:xfrm>
        </p:spPr>
        <p:txBody>
          <a:bodyPr anchor="b">
            <a:normAutofit/>
          </a:bodyPr>
          <a:lstStyle>
            <a:lvl1pPr>
              <a:defRPr sz="3200" b="0" baseline="0"/>
            </a:lvl1pPr>
          </a:lstStyle>
          <a:p>
            <a:r>
              <a:rPr lang="en-US"/>
              <a:t>Click to edit Master title style</a:t>
            </a:r>
            <a:endParaRPr lang="en-US" dirty="0"/>
          </a:p>
        </p:txBody>
      </p:sp>
      <p:sp>
        <p:nvSpPr>
          <p:cNvPr id="3" name="Content Placeholder 2"/>
          <p:cNvSpPr>
            <a:spLocks noGrp="1"/>
          </p:cNvSpPr>
          <p:nvPr>
            <p:ph idx="1"/>
          </p:nvPr>
        </p:nvSpPr>
        <p:spPr>
          <a:xfrm>
            <a:off x="4504267" y="685800"/>
            <a:ext cx="6079066" cy="548640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41248" y="2099734"/>
            <a:ext cx="3200400" cy="3810001"/>
          </a:xfrm>
        </p:spPr>
        <p:txBody>
          <a:bodyPr>
            <a:normAutofit/>
          </a:bodyPr>
          <a:lstStyle>
            <a:lvl1pPr marL="0" indent="0">
              <a:lnSpc>
                <a:spcPct val="114000"/>
              </a:lnSpc>
              <a:spcBef>
                <a:spcPts val="800"/>
              </a:spcBef>
              <a:buNone/>
              <a:defRPr sz="13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20XX</a:t>
            </a:r>
            <a:endParaRPr lang="en-US" dirty="0"/>
          </a:p>
        </p:txBody>
      </p:sp>
      <p:sp>
        <p:nvSpPr>
          <p:cNvPr id="6" name="Footer Placeholder 5"/>
          <p:cNvSpPr>
            <a:spLocks noGrp="1"/>
          </p:cNvSpPr>
          <p:nvPr>
            <p:ph type="ftr" sz="quarter" idx="11"/>
          </p:nvPr>
        </p:nvSpPr>
        <p:spPr/>
        <p:txBody>
          <a:bodyPr/>
          <a:lstStyle/>
          <a:p>
            <a:r>
              <a:rPr lang="en-US"/>
              <a:t>Pitch Deck</a:t>
            </a:r>
            <a:endParaRPr lang="en-US" dirty="0"/>
          </a:p>
        </p:txBody>
      </p:sp>
      <p:sp>
        <p:nvSpPr>
          <p:cNvPr id="7" name="Slide Number Placeholder 6"/>
          <p:cNvSpPr>
            <a:spLocks noGrp="1"/>
          </p:cNvSpPr>
          <p:nvPr>
            <p:ph type="sldNum" sz="quarter" idx="12"/>
          </p:nvPr>
        </p:nvSpPr>
        <p:spPr/>
        <p:txBody>
          <a:body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3795121361"/>
      </p:ext>
    </p:extLst>
  </p:cSld>
  <p:clrMapOvr>
    <a:masterClrMapping/>
  </p:clrMapOvr>
  <p:hf hdr="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5105400"/>
            <a:ext cx="11292840" cy="17526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14400" y="5257800"/>
            <a:ext cx="9982200" cy="914400"/>
          </a:xfrm>
        </p:spPr>
        <p:txBody>
          <a:bodyPr anchor="b">
            <a:normAutofit/>
          </a:bodyPr>
          <a:lstStyle>
            <a:lvl1pPr>
              <a:defRPr sz="2800" b="0">
                <a:solidFill>
                  <a:schemeClr val="bg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11292840" cy="5128923"/>
          </a:xfrm>
          <a:solidFill>
            <a:schemeClr val="accent1"/>
          </a:solidFill>
        </p:spPr>
        <p:txBody>
          <a:bodyPr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4400" y="6108589"/>
            <a:ext cx="9982200" cy="597011"/>
          </a:xfrm>
        </p:spPr>
        <p:txBody>
          <a:bodyPr>
            <a:normAutofit/>
          </a:bodyPr>
          <a:lstStyle>
            <a:lvl1pPr marL="0" indent="0">
              <a:lnSpc>
                <a:spcPct val="100000"/>
              </a:lnSpc>
              <a:spcBef>
                <a:spcPts val="800"/>
              </a:spcBef>
              <a:buNone/>
              <a:defRPr sz="1300">
                <a:solidFill>
                  <a:schemeClr val="bg1">
                    <a:lumMod val="8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20XX</a:t>
            </a:r>
            <a:endParaRPr lang="en-US" dirty="0"/>
          </a:p>
        </p:txBody>
      </p:sp>
      <p:sp>
        <p:nvSpPr>
          <p:cNvPr id="6" name="Footer Placeholder 5"/>
          <p:cNvSpPr>
            <a:spLocks noGrp="1"/>
          </p:cNvSpPr>
          <p:nvPr>
            <p:ph type="ftr" sz="quarter" idx="11"/>
          </p:nvPr>
        </p:nvSpPr>
        <p:spPr/>
        <p:txBody>
          <a:bodyPr/>
          <a:lstStyle/>
          <a:p>
            <a:r>
              <a:rPr lang="en-US"/>
              <a:t>Pitch Deck</a:t>
            </a:r>
            <a:endParaRPr lang="en-US" dirty="0"/>
          </a:p>
        </p:txBody>
      </p:sp>
      <p:sp>
        <p:nvSpPr>
          <p:cNvPr id="7" name="Slide Number Placeholder 6"/>
          <p:cNvSpPr>
            <a:spLocks noGrp="1"/>
          </p:cNvSpPr>
          <p:nvPr>
            <p:ph type="sldNum" sz="quarter" idx="12"/>
          </p:nvPr>
        </p:nvSpPr>
        <p:spPr/>
        <p:txBody>
          <a:body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1315502908"/>
      </p:ext>
    </p:extLst>
  </p:cSld>
  <p:clrMapOvr>
    <a:masterClrMapping/>
  </p:clrMapOvr>
  <p:hf hdr="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20XX</a:t>
            </a:r>
            <a:endParaRPr lang="en-US" dirty="0"/>
          </a:p>
        </p:txBody>
      </p:sp>
      <p:sp>
        <p:nvSpPr>
          <p:cNvPr id="5" name="Footer Placeholder 4"/>
          <p:cNvSpPr>
            <a:spLocks noGrp="1"/>
          </p:cNvSpPr>
          <p:nvPr>
            <p:ph type="ftr" sz="quarter" idx="11"/>
          </p:nvPr>
        </p:nvSpPr>
        <p:spPr/>
        <p:txBody>
          <a:bodyPr/>
          <a:lstStyle/>
          <a:p>
            <a:r>
              <a:rPr lang="en-US"/>
              <a:t>Pitch Deck</a:t>
            </a:r>
            <a:endParaRPr lang="en-US" dirty="0"/>
          </a:p>
        </p:txBody>
      </p:sp>
      <p:sp>
        <p:nvSpPr>
          <p:cNvPr id="6" name="Slide Number Placeholder 5"/>
          <p:cNvSpPr>
            <a:spLocks noGrp="1"/>
          </p:cNvSpPr>
          <p:nvPr>
            <p:ph type="sldNum" sz="quarter" idx="12"/>
          </p:nvPr>
        </p:nvSpPr>
        <p:spPr/>
        <p:txBody>
          <a:body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3227288240"/>
      </p:ext>
    </p:extLst>
  </p:cSld>
  <p:clrMapOvr>
    <a:masterClrMapping/>
  </p:clrMapOvr>
  <p:hf hdr="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48700" y="381000"/>
            <a:ext cx="2476500" cy="589756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62000" y="381000"/>
            <a:ext cx="7734300" cy="589756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20XX</a:t>
            </a:r>
            <a:endParaRPr lang="en-US" dirty="0"/>
          </a:p>
        </p:txBody>
      </p:sp>
      <p:sp>
        <p:nvSpPr>
          <p:cNvPr id="5" name="Footer Placeholder 4"/>
          <p:cNvSpPr>
            <a:spLocks noGrp="1"/>
          </p:cNvSpPr>
          <p:nvPr>
            <p:ph type="ftr" sz="quarter" idx="11"/>
          </p:nvPr>
        </p:nvSpPr>
        <p:spPr/>
        <p:txBody>
          <a:bodyPr/>
          <a:lstStyle/>
          <a:p>
            <a:r>
              <a:rPr lang="en-US"/>
              <a:t>Pitch Deck</a:t>
            </a:r>
            <a:endParaRPr lang="en-US" dirty="0"/>
          </a:p>
        </p:txBody>
      </p:sp>
      <p:sp>
        <p:nvSpPr>
          <p:cNvPr id="6" name="Slide Number Placeholder 5"/>
          <p:cNvSpPr>
            <a:spLocks noGrp="1"/>
          </p:cNvSpPr>
          <p:nvPr>
            <p:ph type="sldNum" sz="quarter" idx="12"/>
          </p:nvPr>
        </p:nvSpPr>
        <p:spPr/>
        <p:txBody>
          <a:body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3774479500"/>
      </p:ext>
    </p:extLst>
  </p:cSld>
  <p:clrMapOvr>
    <a:masterClrMapping/>
  </p:clrMapOvr>
  <p:hf hdr="0"/>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Content 3 Column">
    <p:bg>
      <p:bgPr>
        <a:solidFill>
          <a:schemeClr val="accent2"/>
        </a:solidFill>
        <a:effectLst/>
      </p:bgPr>
    </p:bg>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42ACEF30-0520-40B3-A1F1-F3D2530563D6}"/>
              </a:ext>
            </a:extLst>
          </p:cNvPr>
          <p:cNvSpPr>
            <a:spLocks noGrp="1"/>
          </p:cNvSpPr>
          <p:nvPr>
            <p:ph type="title" hasCustomPrompt="1"/>
          </p:nvPr>
        </p:nvSpPr>
        <p:spPr>
          <a:xfrm>
            <a:off x="1885156" y="892177"/>
            <a:ext cx="8421688" cy="1325563"/>
          </a:xfrm>
        </p:spPr>
        <p:txBody>
          <a:bodyPr>
            <a:normAutofit/>
          </a:bodyPr>
          <a:lstStyle>
            <a:lvl1pPr algn="ctr">
              <a:defRPr lang="en-US" sz="2800" kern="1200"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15" name="Text Placeholder 15">
            <a:extLst>
              <a:ext uri="{FF2B5EF4-FFF2-40B4-BE49-F238E27FC236}">
                <a16:creationId xmlns:a16="http://schemas.microsoft.com/office/drawing/2014/main" id="{A1FB681F-A94D-4BF8-8290-0811E98D49D4}"/>
              </a:ext>
            </a:extLst>
          </p:cNvPr>
          <p:cNvSpPr>
            <a:spLocks noGrp="1"/>
          </p:cNvSpPr>
          <p:nvPr>
            <p:ph type="body" sz="quarter" idx="13" hasCustomPrompt="1"/>
          </p:nvPr>
        </p:nvSpPr>
        <p:spPr>
          <a:xfrm>
            <a:off x="1485900" y="2563123"/>
            <a:ext cx="4031945" cy="365125"/>
          </a:xfrm>
        </p:spPr>
        <p:txBody>
          <a:bodyPr>
            <a:normAutofit/>
          </a:bodyPr>
          <a:lstStyle>
            <a:lvl1pPr marL="0" indent="0" algn="ctr">
              <a:buNone/>
              <a:defRPr lang="en-US" sz="2000" kern="1200"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17" name="Text Placeholder 18">
            <a:extLst>
              <a:ext uri="{FF2B5EF4-FFF2-40B4-BE49-F238E27FC236}">
                <a16:creationId xmlns:a16="http://schemas.microsoft.com/office/drawing/2014/main" id="{61E8C129-EF62-46A8-97F3-3CB5D014FBDD}"/>
              </a:ext>
            </a:extLst>
          </p:cNvPr>
          <p:cNvSpPr>
            <a:spLocks noGrp="1"/>
          </p:cNvSpPr>
          <p:nvPr>
            <p:ph type="body" sz="quarter" idx="15" hasCustomPrompt="1"/>
          </p:nvPr>
        </p:nvSpPr>
        <p:spPr>
          <a:xfrm>
            <a:off x="1485664" y="3070348"/>
            <a:ext cx="4031030" cy="1057308"/>
          </a:xfrm>
        </p:spPr>
        <p:txBody>
          <a:bodyPr>
            <a:normAutofit/>
          </a:bodyPr>
          <a:lstStyle>
            <a:lvl1pPr marL="0" indent="0" algn="ctr">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31" name="Text Placeholder 15">
            <a:extLst>
              <a:ext uri="{FF2B5EF4-FFF2-40B4-BE49-F238E27FC236}">
                <a16:creationId xmlns:a16="http://schemas.microsoft.com/office/drawing/2014/main" id="{87DD41A9-B6B3-48D9-A3A6-831B39C9158C}"/>
              </a:ext>
            </a:extLst>
          </p:cNvPr>
          <p:cNvSpPr>
            <a:spLocks noGrp="1"/>
          </p:cNvSpPr>
          <p:nvPr>
            <p:ph type="body" sz="quarter" idx="16" hasCustomPrompt="1"/>
          </p:nvPr>
        </p:nvSpPr>
        <p:spPr>
          <a:xfrm>
            <a:off x="6673004" y="2563123"/>
            <a:ext cx="4031945" cy="365125"/>
          </a:xfrm>
        </p:spPr>
        <p:txBody>
          <a:bodyPr>
            <a:normAutofit/>
          </a:bodyPr>
          <a:lstStyle>
            <a:lvl1pPr marL="0" indent="0" algn="ctr">
              <a:buNone/>
              <a:defRPr lang="en-US" sz="2000" kern="1200" spc="150" baseline="0" dirty="0">
                <a:solidFill>
                  <a:schemeClr val="tx1">
                    <a:lumMod val="75000"/>
                    <a:lumOff val="25000"/>
                  </a:schemeClr>
                </a:solidFill>
                <a:latin typeface="+mj-lt"/>
                <a:ea typeface="+mj-ea"/>
                <a:cs typeface="+mj-cs"/>
              </a:defRPr>
            </a:lvl1pPr>
          </a:lstStyle>
          <a:p>
            <a:pPr marL="0" lvl="0" indent="0" algn="l" defTabSz="914400" rtl="0" eaLnBrk="1" latinLnBrk="0" hangingPunct="1">
              <a:lnSpc>
                <a:spcPct val="90000"/>
              </a:lnSpc>
              <a:spcBef>
                <a:spcPts val="1000"/>
              </a:spcBef>
              <a:buFont typeface="Arial" panose="020B0604020202020204" pitchFamily="34" charset="0"/>
              <a:buNone/>
            </a:pPr>
            <a:r>
              <a:rPr lang="en-US"/>
              <a:t>CLICK TO ADD SUBTITLE</a:t>
            </a:r>
          </a:p>
        </p:txBody>
      </p:sp>
      <p:sp>
        <p:nvSpPr>
          <p:cNvPr id="32" name="Text Placeholder 18">
            <a:extLst>
              <a:ext uri="{FF2B5EF4-FFF2-40B4-BE49-F238E27FC236}">
                <a16:creationId xmlns:a16="http://schemas.microsoft.com/office/drawing/2014/main" id="{FB791E68-EDF5-4CC2-8774-A27AEF1D25E6}"/>
              </a:ext>
            </a:extLst>
          </p:cNvPr>
          <p:cNvSpPr>
            <a:spLocks noGrp="1"/>
          </p:cNvSpPr>
          <p:nvPr>
            <p:ph type="body" sz="quarter" idx="17" hasCustomPrompt="1"/>
          </p:nvPr>
        </p:nvSpPr>
        <p:spPr>
          <a:xfrm>
            <a:off x="6673143" y="3070348"/>
            <a:ext cx="4031030" cy="1057308"/>
          </a:xfrm>
        </p:spPr>
        <p:txBody>
          <a:bodyPr>
            <a:normAutofit/>
          </a:bodyPr>
          <a:lstStyle>
            <a:lvl1pPr marL="0" indent="0" algn="ctr">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33" name="Text Placeholder 15">
            <a:extLst>
              <a:ext uri="{FF2B5EF4-FFF2-40B4-BE49-F238E27FC236}">
                <a16:creationId xmlns:a16="http://schemas.microsoft.com/office/drawing/2014/main" id="{AA224F82-7E0C-4EBF-97D3-132481DBCDA9}"/>
              </a:ext>
            </a:extLst>
          </p:cNvPr>
          <p:cNvSpPr>
            <a:spLocks noGrp="1"/>
          </p:cNvSpPr>
          <p:nvPr>
            <p:ph type="body" sz="quarter" idx="18" hasCustomPrompt="1"/>
          </p:nvPr>
        </p:nvSpPr>
        <p:spPr>
          <a:xfrm>
            <a:off x="1485899" y="4319431"/>
            <a:ext cx="4031945" cy="365125"/>
          </a:xfrm>
        </p:spPr>
        <p:txBody>
          <a:bodyPr>
            <a:normAutofit/>
          </a:bodyPr>
          <a:lstStyle>
            <a:lvl1pPr marL="0" indent="0" algn="ctr">
              <a:buNone/>
              <a:defRPr lang="en-US" sz="2000" kern="1200" spc="150" baseline="0" dirty="0">
                <a:solidFill>
                  <a:schemeClr val="tx1">
                    <a:lumMod val="75000"/>
                    <a:lumOff val="25000"/>
                  </a:schemeClr>
                </a:solidFill>
                <a:latin typeface="+mj-lt"/>
                <a:ea typeface="+mj-ea"/>
                <a:cs typeface="+mj-cs"/>
              </a:defRPr>
            </a:lvl1pPr>
          </a:lstStyle>
          <a:p>
            <a:pPr marL="0" lvl="0" indent="0" algn="l" defTabSz="914400" rtl="0" eaLnBrk="1" latinLnBrk="0" hangingPunct="1">
              <a:lnSpc>
                <a:spcPct val="90000"/>
              </a:lnSpc>
              <a:spcBef>
                <a:spcPts val="1000"/>
              </a:spcBef>
              <a:buFont typeface="Arial" panose="020B0604020202020204" pitchFamily="34" charset="0"/>
              <a:buNone/>
            </a:pPr>
            <a:r>
              <a:rPr lang="en-US"/>
              <a:t>CLICK TO ADD SUBTITLE</a:t>
            </a:r>
          </a:p>
        </p:txBody>
      </p:sp>
      <p:sp>
        <p:nvSpPr>
          <p:cNvPr id="34" name="Text Placeholder 18">
            <a:extLst>
              <a:ext uri="{FF2B5EF4-FFF2-40B4-BE49-F238E27FC236}">
                <a16:creationId xmlns:a16="http://schemas.microsoft.com/office/drawing/2014/main" id="{699D24C6-4AFB-4222-8E0C-4D11CD9C0FF7}"/>
              </a:ext>
            </a:extLst>
          </p:cNvPr>
          <p:cNvSpPr>
            <a:spLocks noGrp="1"/>
          </p:cNvSpPr>
          <p:nvPr>
            <p:ph type="body" sz="quarter" idx="19" hasCustomPrompt="1"/>
          </p:nvPr>
        </p:nvSpPr>
        <p:spPr>
          <a:xfrm>
            <a:off x="1486412" y="4826656"/>
            <a:ext cx="4031030" cy="1057308"/>
          </a:xfrm>
        </p:spPr>
        <p:txBody>
          <a:bodyPr>
            <a:normAutofit/>
          </a:bodyPr>
          <a:lstStyle>
            <a:lvl1pPr marL="0" indent="0" algn="ctr">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12" name="Text Placeholder 15">
            <a:extLst>
              <a:ext uri="{FF2B5EF4-FFF2-40B4-BE49-F238E27FC236}">
                <a16:creationId xmlns:a16="http://schemas.microsoft.com/office/drawing/2014/main" id="{3B05E19C-DF33-4515-AC52-F95850810EC1}"/>
              </a:ext>
            </a:extLst>
          </p:cNvPr>
          <p:cNvSpPr>
            <a:spLocks noGrp="1"/>
          </p:cNvSpPr>
          <p:nvPr>
            <p:ph type="body" sz="quarter" idx="23" hasCustomPrompt="1"/>
          </p:nvPr>
        </p:nvSpPr>
        <p:spPr>
          <a:xfrm>
            <a:off x="6672630" y="4319431"/>
            <a:ext cx="4031945" cy="365125"/>
          </a:xfrm>
        </p:spPr>
        <p:txBody>
          <a:bodyPr>
            <a:normAutofit/>
          </a:bodyPr>
          <a:lstStyle>
            <a:lvl1pPr marL="0" indent="0" algn="ctr">
              <a:buNone/>
              <a:defRPr lang="en-US" sz="2000" kern="1200" spc="150" baseline="0" dirty="0">
                <a:solidFill>
                  <a:schemeClr val="tx1">
                    <a:lumMod val="75000"/>
                    <a:lumOff val="25000"/>
                  </a:schemeClr>
                </a:solidFill>
                <a:latin typeface="+mj-lt"/>
                <a:ea typeface="+mj-ea"/>
                <a:cs typeface="+mj-cs"/>
              </a:defRPr>
            </a:lvl1pPr>
          </a:lstStyle>
          <a:p>
            <a:pPr marL="0" lvl="0" indent="0" algn="l" defTabSz="914400" rtl="0" eaLnBrk="1" latinLnBrk="0" hangingPunct="1">
              <a:lnSpc>
                <a:spcPct val="90000"/>
              </a:lnSpc>
              <a:spcBef>
                <a:spcPts val="1000"/>
              </a:spcBef>
              <a:buFont typeface="Arial" panose="020B0604020202020204" pitchFamily="34" charset="0"/>
              <a:buNone/>
            </a:pPr>
            <a:r>
              <a:rPr lang="en-US"/>
              <a:t>CLICK TO ADD SUBTITLE</a:t>
            </a:r>
          </a:p>
        </p:txBody>
      </p:sp>
      <p:sp>
        <p:nvSpPr>
          <p:cNvPr id="13" name="Text Placeholder 18">
            <a:extLst>
              <a:ext uri="{FF2B5EF4-FFF2-40B4-BE49-F238E27FC236}">
                <a16:creationId xmlns:a16="http://schemas.microsoft.com/office/drawing/2014/main" id="{C0EBC62D-442C-45D3-B66B-C6578FBB3370}"/>
              </a:ext>
            </a:extLst>
          </p:cNvPr>
          <p:cNvSpPr>
            <a:spLocks noGrp="1"/>
          </p:cNvSpPr>
          <p:nvPr>
            <p:ph type="body" sz="quarter" idx="24" hasCustomPrompt="1"/>
          </p:nvPr>
        </p:nvSpPr>
        <p:spPr>
          <a:xfrm>
            <a:off x="6673143" y="4826656"/>
            <a:ext cx="4031030" cy="1057308"/>
          </a:xfrm>
        </p:spPr>
        <p:txBody>
          <a:bodyPr>
            <a:normAutofit/>
          </a:bodyPr>
          <a:lstStyle>
            <a:lvl1pPr marL="0" indent="0" algn="ctr">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3" name="Date Placeholder 2">
            <a:extLst>
              <a:ext uri="{FF2B5EF4-FFF2-40B4-BE49-F238E27FC236}">
                <a16:creationId xmlns:a16="http://schemas.microsoft.com/office/drawing/2014/main" id="{98EC90C5-A811-4E5C-ADD1-A89DB4E94DAA}"/>
              </a:ext>
            </a:extLst>
          </p:cNvPr>
          <p:cNvSpPr>
            <a:spLocks noGrp="1"/>
          </p:cNvSpPr>
          <p:nvPr>
            <p:ph type="dt" sz="half" idx="20"/>
          </p:nvPr>
        </p:nvSpPr>
        <p:spPr/>
        <p:txBody>
          <a:bodyPr/>
          <a:lstStyle/>
          <a:p>
            <a:r>
              <a:rPr lang="en-US" dirty="0"/>
              <a:t>20XX</a:t>
            </a:r>
          </a:p>
        </p:txBody>
      </p:sp>
      <p:sp>
        <p:nvSpPr>
          <p:cNvPr id="4" name="Footer Placeholder 3">
            <a:extLst>
              <a:ext uri="{FF2B5EF4-FFF2-40B4-BE49-F238E27FC236}">
                <a16:creationId xmlns:a16="http://schemas.microsoft.com/office/drawing/2014/main" id="{3356B621-AE19-45D3-B25F-23256C242DDD}"/>
              </a:ext>
            </a:extLst>
          </p:cNvPr>
          <p:cNvSpPr>
            <a:spLocks noGrp="1"/>
          </p:cNvSpPr>
          <p:nvPr>
            <p:ph type="ftr" sz="quarter" idx="21"/>
          </p:nvPr>
        </p:nvSpPr>
        <p:spPr/>
        <p:txBody>
          <a:bodyPr/>
          <a:lstStyle/>
          <a:p>
            <a:r>
              <a:rPr lang="en-US" dirty="0"/>
              <a:t>Pitch Deck</a:t>
            </a:r>
          </a:p>
        </p:txBody>
      </p:sp>
      <p:sp>
        <p:nvSpPr>
          <p:cNvPr id="5" name="Slide Number Placeholder 4">
            <a:extLst>
              <a:ext uri="{FF2B5EF4-FFF2-40B4-BE49-F238E27FC236}">
                <a16:creationId xmlns:a16="http://schemas.microsoft.com/office/drawing/2014/main" id="{158BDCB2-D8C3-4571-8154-76BEA9AE41A8}"/>
              </a:ext>
            </a:extLst>
          </p:cNvPr>
          <p:cNvSpPr>
            <a:spLocks noGrp="1"/>
          </p:cNvSpPr>
          <p:nvPr>
            <p:ph type="sldNum" sz="quarter" idx="22"/>
          </p:nvPr>
        </p:nvSpPr>
        <p:spPr/>
        <p:txBody>
          <a:bodyPr/>
          <a:lstStyle/>
          <a:p>
            <a:fld id="{B5CEABB6-07DC-46E8-9B57-56EC44A396E5}" type="slidenum">
              <a:rPr lang="en-US" smtClean="0"/>
              <a:t>‹#›</a:t>
            </a:fld>
            <a:endParaRPr lang="en-US" dirty="0"/>
          </a:p>
        </p:txBody>
      </p:sp>
      <p:cxnSp>
        <p:nvCxnSpPr>
          <p:cNvPr id="2" name="Straight Connector 1">
            <a:extLst>
              <a:ext uri="{FF2B5EF4-FFF2-40B4-BE49-F238E27FC236}">
                <a16:creationId xmlns:a16="http://schemas.microsoft.com/office/drawing/2014/main" id="{9298DCF7-7DC1-4618-8133-F63847B0AFE2}"/>
              </a:ext>
              <a:ext uri="{C183D7F6-B498-43B3-948B-1728B52AA6E4}">
                <adec:decorative xmlns:adec="http://schemas.microsoft.com/office/drawing/2017/decorative" val="1"/>
              </a:ext>
            </a:extLst>
          </p:cNvPr>
          <p:cNvCxnSpPr>
            <a:cxnSpLocks/>
          </p:cNvCxnSpPr>
          <p:nvPr userDrawn="1"/>
        </p:nvCxnSpPr>
        <p:spPr>
          <a:xfrm>
            <a:off x="8688388" y="0"/>
            <a:ext cx="3503612" cy="2352957"/>
          </a:xfrm>
          <a:prstGeom prst="line">
            <a:avLst/>
          </a:prstGeom>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653A6567-233D-4A3B-B52B-DE7E5E35A175}"/>
              </a:ext>
              <a:ext uri="{C183D7F6-B498-43B3-948B-1728B52AA6E4}">
                <adec:decorative xmlns:adec="http://schemas.microsoft.com/office/drawing/2017/decorative" val="1"/>
              </a:ext>
            </a:extLst>
          </p:cNvPr>
          <p:cNvCxnSpPr>
            <a:cxnSpLocks/>
          </p:cNvCxnSpPr>
          <p:nvPr userDrawn="1"/>
        </p:nvCxnSpPr>
        <p:spPr>
          <a:xfrm>
            <a:off x="9720943" y="0"/>
            <a:ext cx="2471057" cy="2699032"/>
          </a:xfrm>
          <a:prstGeom prst="line">
            <a:avLst/>
          </a:prstGeom>
        </p:spPr>
        <p:style>
          <a:lnRef idx="1">
            <a:schemeClr val="accent1"/>
          </a:lnRef>
          <a:fillRef idx="0">
            <a:schemeClr val="accent1"/>
          </a:fillRef>
          <a:effectRef idx="0">
            <a:schemeClr val="accent1"/>
          </a:effectRef>
          <a:fontRef idx="minor">
            <a:schemeClr val="tx1"/>
          </a:fontRef>
        </p:style>
      </p:cxnSp>
      <p:pic>
        <p:nvPicPr>
          <p:cNvPr id="7" name="Graphic 6">
            <a:extLst>
              <a:ext uri="{FF2B5EF4-FFF2-40B4-BE49-F238E27FC236}">
                <a16:creationId xmlns:a16="http://schemas.microsoft.com/office/drawing/2014/main" id="{64D564EB-CA78-42C6-AD76-3C4E7B3AEA8D}"/>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0" y="473953"/>
            <a:ext cx="2057400" cy="1647825"/>
          </a:xfrm>
          <a:prstGeom prst="rect">
            <a:avLst/>
          </a:prstGeom>
        </p:spPr>
      </p:pic>
      <p:pic>
        <p:nvPicPr>
          <p:cNvPr id="8" name="Graphic 7">
            <a:extLst>
              <a:ext uri="{FF2B5EF4-FFF2-40B4-BE49-F238E27FC236}">
                <a16:creationId xmlns:a16="http://schemas.microsoft.com/office/drawing/2014/main" id="{1CFFBB3A-BDCF-4878-8D04-E8BB9A050E71}"/>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1049000" y="5180889"/>
            <a:ext cx="1143000" cy="914400"/>
          </a:xfrm>
          <a:prstGeom prst="rect">
            <a:avLst/>
          </a:prstGeom>
        </p:spPr>
      </p:pic>
    </p:spTree>
    <p:extLst>
      <p:ext uri="{BB962C8B-B14F-4D97-AF65-F5344CB8AC3E}">
        <p14:creationId xmlns:p14="http://schemas.microsoft.com/office/powerpoint/2010/main" val="183444870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2 Column">
    <p:bg>
      <p:bgPr>
        <a:solidFill>
          <a:schemeClr val="bg1"/>
        </a:solidFill>
        <a:effectLst/>
      </p:bgPr>
    </p:bg>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42ACEF30-0520-40B3-A1F1-F3D2530563D6}"/>
              </a:ext>
            </a:extLst>
          </p:cNvPr>
          <p:cNvSpPr>
            <a:spLocks noGrp="1"/>
          </p:cNvSpPr>
          <p:nvPr>
            <p:ph type="title" hasCustomPrompt="1"/>
          </p:nvPr>
        </p:nvSpPr>
        <p:spPr>
          <a:xfrm>
            <a:off x="1508760" y="4156405"/>
            <a:ext cx="3139440" cy="1325563"/>
          </a:xfrm>
        </p:spPr>
        <p:txBody>
          <a:bodyPr anchor="b">
            <a:normAutofit/>
          </a:bodyPr>
          <a:lstStyle>
            <a:lvl1pPr algn="l">
              <a:defRPr lang="en-US" sz="2800" kern="1200"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15" name="Text Placeholder 15">
            <a:extLst>
              <a:ext uri="{FF2B5EF4-FFF2-40B4-BE49-F238E27FC236}">
                <a16:creationId xmlns:a16="http://schemas.microsoft.com/office/drawing/2014/main" id="{A1FB681F-A94D-4BF8-8290-0811E98D49D4}"/>
              </a:ext>
            </a:extLst>
          </p:cNvPr>
          <p:cNvSpPr>
            <a:spLocks noGrp="1"/>
          </p:cNvSpPr>
          <p:nvPr>
            <p:ph type="body" sz="quarter" idx="13" hasCustomPrompt="1"/>
          </p:nvPr>
        </p:nvSpPr>
        <p:spPr>
          <a:xfrm>
            <a:off x="5922254" y="1530635"/>
            <a:ext cx="5433204" cy="365125"/>
          </a:xfrm>
        </p:spPr>
        <p:txBody>
          <a:bodyPr>
            <a:normAutofit/>
          </a:bodyPr>
          <a:lstStyle>
            <a:lvl1pPr marL="0" indent="0">
              <a:buNone/>
              <a:defRPr lang="en-US" sz="2000" kern="1200"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17" name="Text Placeholder 18">
            <a:extLst>
              <a:ext uri="{FF2B5EF4-FFF2-40B4-BE49-F238E27FC236}">
                <a16:creationId xmlns:a16="http://schemas.microsoft.com/office/drawing/2014/main" id="{61E8C129-EF62-46A8-97F3-3CB5D014FBDD}"/>
              </a:ext>
            </a:extLst>
          </p:cNvPr>
          <p:cNvSpPr>
            <a:spLocks noGrp="1"/>
          </p:cNvSpPr>
          <p:nvPr>
            <p:ph type="body" sz="quarter" idx="15" hasCustomPrompt="1"/>
          </p:nvPr>
        </p:nvSpPr>
        <p:spPr>
          <a:xfrm>
            <a:off x="5921828" y="1860060"/>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16" name="Text Placeholder 15">
            <a:extLst>
              <a:ext uri="{FF2B5EF4-FFF2-40B4-BE49-F238E27FC236}">
                <a16:creationId xmlns:a16="http://schemas.microsoft.com/office/drawing/2014/main" id="{07D6A00C-D56B-4E8B-B992-7DA51D3C7261}"/>
              </a:ext>
            </a:extLst>
          </p:cNvPr>
          <p:cNvSpPr>
            <a:spLocks noGrp="1"/>
          </p:cNvSpPr>
          <p:nvPr>
            <p:ph type="body" sz="quarter" idx="23" hasCustomPrompt="1"/>
          </p:nvPr>
        </p:nvSpPr>
        <p:spPr>
          <a:xfrm>
            <a:off x="5922254" y="2630431"/>
            <a:ext cx="5433204" cy="365125"/>
          </a:xfrm>
        </p:spPr>
        <p:txBody>
          <a:bodyPr>
            <a:normAutofit/>
          </a:bodyPr>
          <a:lstStyle>
            <a:lvl1pPr marL="0" indent="0">
              <a:buNone/>
              <a:defRPr lang="en-US" sz="2000" kern="1200"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18" name="Text Placeholder 18">
            <a:extLst>
              <a:ext uri="{FF2B5EF4-FFF2-40B4-BE49-F238E27FC236}">
                <a16:creationId xmlns:a16="http://schemas.microsoft.com/office/drawing/2014/main" id="{DA90DA32-7E6A-4713-BDC9-73910E2A0E68}"/>
              </a:ext>
            </a:extLst>
          </p:cNvPr>
          <p:cNvSpPr>
            <a:spLocks noGrp="1"/>
          </p:cNvSpPr>
          <p:nvPr>
            <p:ph type="body" sz="quarter" idx="24" hasCustomPrompt="1"/>
          </p:nvPr>
        </p:nvSpPr>
        <p:spPr>
          <a:xfrm>
            <a:off x="5921828" y="2959856"/>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19" name="Text Placeholder 15">
            <a:extLst>
              <a:ext uri="{FF2B5EF4-FFF2-40B4-BE49-F238E27FC236}">
                <a16:creationId xmlns:a16="http://schemas.microsoft.com/office/drawing/2014/main" id="{D7E57261-C874-4DFD-AF7D-F9EC50B3BFD0}"/>
              </a:ext>
            </a:extLst>
          </p:cNvPr>
          <p:cNvSpPr>
            <a:spLocks noGrp="1"/>
          </p:cNvSpPr>
          <p:nvPr>
            <p:ph type="body" sz="quarter" idx="25" hasCustomPrompt="1"/>
          </p:nvPr>
        </p:nvSpPr>
        <p:spPr>
          <a:xfrm>
            <a:off x="5922254" y="3730227"/>
            <a:ext cx="5433204" cy="365125"/>
          </a:xfrm>
        </p:spPr>
        <p:txBody>
          <a:bodyPr>
            <a:normAutofit/>
          </a:bodyPr>
          <a:lstStyle>
            <a:lvl1pPr marL="0" indent="0">
              <a:buNone/>
              <a:defRPr lang="en-US" sz="2000" kern="1200"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20" name="Text Placeholder 18">
            <a:extLst>
              <a:ext uri="{FF2B5EF4-FFF2-40B4-BE49-F238E27FC236}">
                <a16:creationId xmlns:a16="http://schemas.microsoft.com/office/drawing/2014/main" id="{843F77CE-098F-4777-8C30-5CEE7954D140}"/>
              </a:ext>
            </a:extLst>
          </p:cNvPr>
          <p:cNvSpPr>
            <a:spLocks noGrp="1"/>
          </p:cNvSpPr>
          <p:nvPr>
            <p:ph type="body" sz="quarter" idx="26" hasCustomPrompt="1"/>
          </p:nvPr>
        </p:nvSpPr>
        <p:spPr>
          <a:xfrm>
            <a:off x="5921828" y="4059652"/>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23" name="Text Placeholder 15">
            <a:extLst>
              <a:ext uri="{FF2B5EF4-FFF2-40B4-BE49-F238E27FC236}">
                <a16:creationId xmlns:a16="http://schemas.microsoft.com/office/drawing/2014/main" id="{4CAE269A-B6AB-42A6-9575-6057FA25A29E}"/>
              </a:ext>
            </a:extLst>
          </p:cNvPr>
          <p:cNvSpPr>
            <a:spLocks noGrp="1"/>
          </p:cNvSpPr>
          <p:nvPr>
            <p:ph type="body" sz="quarter" idx="27" hasCustomPrompt="1"/>
          </p:nvPr>
        </p:nvSpPr>
        <p:spPr>
          <a:xfrm>
            <a:off x="5920106" y="4830024"/>
            <a:ext cx="5433204" cy="365125"/>
          </a:xfrm>
        </p:spPr>
        <p:txBody>
          <a:bodyPr>
            <a:normAutofit/>
          </a:bodyPr>
          <a:lstStyle>
            <a:lvl1pPr marL="0" indent="0">
              <a:buNone/>
              <a:defRPr lang="en-US" sz="2000" kern="1200"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24" name="Text Placeholder 18">
            <a:extLst>
              <a:ext uri="{FF2B5EF4-FFF2-40B4-BE49-F238E27FC236}">
                <a16:creationId xmlns:a16="http://schemas.microsoft.com/office/drawing/2014/main" id="{46866A49-A3A8-4869-961C-EB41F6BC7843}"/>
              </a:ext>
            </a:extLst>
          </p:cNvPr>
          <p:cNvSpPr>
            <a:spLocks noGrp="1"/>
          </p:cNvSpPr>
          <p:nvPr>
            <p:ph type="body" sz="quarter" idx="28" hasCustomPrompt="1"/>
          </p:nvPr>
        </p:nvSpPr>
        <p:spPr>
          <a:xfrm>
            <a:off x="5919680" y="5159449"/>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3" name="Date Placeholder 2">
            <a:extLst>
              <a:ext uri="{FF2B5EF4-FFF2-40B4-BE49-F238E27FC236}">
                <a16:creationId xmlns:a16="http://schemas.microsoft.com/office/drawing/2014/main" id="{98EC90C5-A811-4E5C-ADD1-A89DB4E94DAA}"/>
              </a:ext>
            </a:extLst>
          </p:cNvPr>
          <p:cNvSpPr>
            <a:spLocks noGrp="1"/>
          </p:cNvSpPr>
          <p:nvPr>
            <p:ph type="dt" sz="half" idx="20"/>
          </p:nvPr>
        </p:nvSpPr>
        <p:spPr>
          <a:xfrm>
            <a:off x="5919680" y="6356350"/>
            <a:ext cx="947516" cy="365125"/>
          </a:xfrm>
        </p:spPr>
        <p:txBody>
          <a:bodyPr/>
          <a:lstStyle>
            <a:lvl1pPr>
              <a:defRPr sz="900"/>
            </a:lvl1pPr>
          </a:lstStyle>
          <a:p>
            <a:r>
              <a:rPr lang="en-US" dirty="0"/>
              <a:t>20XX</a:t>
            </a:r>
          </a:p>
        </p:txBody>
      </p:sp>
      <p:sp>
        <p:nvSpPr>
          <p:cNvPr id="4" name="Footer Placeholder 3">
            <a:extLst>
              <a:ext uri="{FF2B5EF4-FFF2-40B4-BE49-F238E27FC236}">
                <a16:creationId xmlns:a16="http://schemas.microsoft.com/office/drawing/2014/main" id="{3356B621-AE19-45D3-B25F-23256C242DDD}"/>
              </a:ext>
            </a:extLst>
          </p:cNvPr>
          <p:cNvSpPr>
            <a:spLocks noGrp="1"/>
          </p:cNvSpPr>
          <p:nvPr>
            <p:ph type="ftr" sz="quarter" idx="21"/>
          </p:nvPr>
        </p:nvSpPr>
        <p:spPr>
          <a:xfrm>
            <a:off x="7161955" y="6356350"/>
            <a:ext cx="3243942" cy="365125"/>
          </a:xfrm>
        </p:spPr>
        <p:txBody>
          <a:bodyPr/>
          <a:lstStyle>
            <a:lvl1pPr>
              <a:defRPr sz="900"/>
            </a:lvl1pPr>
          </a:lstStyle>
          <a:p>
            <a:r>
              <a:rPr lang="en-US" dirty="0"/>
              <a:t>Pitch Deck</a:t>
            </a:r>
          </a:p>
        </p:txBody>
      </p:sp>
      <p:sp>
        <p:nvSpPr>
          <p:cNvPr id="5" name="Slide Number Placeholder 4">
            <a:extLst>
              <a:ext uri="{FF2B5EF4-FFF2-40B4-BE49-F238E27FC236}">
                <a16:creationId xmlns:a16="http://schemas.microsoft.com/office/drawing/2014/main" id="{158BDCB2-D8C3-4571-8154-76BEA9AE41A8}"/>
              </a:ext>
            </a:extLst>
          </p:cNvPr>
          <p:cNvSpPr>
            <a:spLocks noGrp="1"/>
          </p:cNvSpPr>
          <p:nvPr>
            <p:ph type="sldNum" sz="quarter" idx="22"/>
          </p:nvPr>
        </p:nvSpPr>
        <p:spPr>
          <a:xfrm>
            <a:off x="10700656" y="6356350"/>
            <a:ext cx="653143" cy="365125"/>
          </a:xfrm>
        </p:spPr>
        <p:txBody>
          <a:bodyPr/>
          <a:lstStyle>
            <a:lvl1pPr>
              <a:defRPr sz="900"/>
            </a:lvl1pPr>
          </a:lstStyle>
          <a:p>
            <a:fld id="{B5CEABB6-07DC-46E8-9B57-56EC44A396E5}" type="slidenum">
              <a:rPr lang="en-US" smtClean="0"/>
              <a:pPr/>
              <a:t>‹#›</a:t>
            </a:fld>
            <a:endParaRPr lang="en-US" dirty="0"/>
          </a:p>
        </p:txBody>
      </p:sp>
      <p:pic>
        <p:nvPicPr>
          <p:cNvPr id="2" name="Graphic 1">
            <a:extLst>
              <a:ext uri="{FF2B5EF4-FFF2-40B4-BE49-F238E27FC236}">
                <a16:creationId xmlns:a16="http://schemas.microsoft.com/office/drawing/2014/main" id="{6D8D9106-8780-461D-9091-E074B0A3C956}"/>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39434" t="20278" b="22673"/>
          <a:stretch/>
        </p:blipFill>
        <p:spPr>
          <a:xfrm>
            <a:off x="-4696" y="-1"/>
            <a:ext cx="4896735" cy="4385949"/>
          </a:xfrm>
          <a:prstGeom prst="rect">
            <a:avLst/>
          </a:prstGeom>
        </p:spPr>
      </p:pic>
    </p:spTree>
    <p:extLst>
      <p:ext uri="{BB962C8B-B14F-4D97-AF65-F5344CB8AC3E}">
        <p14:creationId xmlns:p14="http://schemas.microsoft.com/office/powerpoint/2010/main" val="306195049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ection Break">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6991350" y="2571235"/>
            <a:ext cx="4179570" cy="1715531"/>
          </a:xfrm>
        </p:spPr>
        <p:txBody>
          <a:bodyPr anchor="ctr">
            <a:noAutofit/>
          </a:bodyPr>
          <a:lstStyle>
            <a:lvl1pPr algn="l">
              <a:defRPr sz="3600" spc="150" baseline="0">
                <a:solidFill>
                  <a:schemeClr val="tx1">
                    <a:lumMod val="75000"/>
                    <a:lumOff val="25000"/>
                  </a:schemeClr>
                </a:solidFill>
              </a:defRPr>
            </a:lvl1pPr>
          </a:lstStyle>
          <a:p>
            <a:r>
              <a:rPr lang="en-US"/>
              <a:t>CLICK TO EDIT MASTER TITLE STYLE</a:t>
            </a:r>
          </a:p>
        </p:txBody>
      </p:sp>
      <p:pic>
        <p:nvPicPr>
          <p:cNvPr id="5" name="Graphic 4">
            <a:extLst>
              <a:ext uri="{FF2B5EF4-FFF2-40B4-BE49-F238E27FC236}">
                <a16:creationId xmlns:a16="http://schemas.microsoft.com/office/drawing/2014/main" id="{F05D2CCB-CCFC-4A8A-ADA9-C1E4D13B968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828675"/>
            <a:ext cx="5876925" cy="5200650"/>
          </a:xfrm>
          <a:prstGeom prst="rect">
            <a:avLst/>
          </a:prstGeom>
        </p:spPr>
      </p:pic>
    </p:spTree>
    <p:extLst>
      <p:ext uri="{BB962C8B-B14F-4D97-AF65-F5344CB8AC3E}">
        <p14:creationId xmlns:p14="http://schemas.microsoft.com/office/powerpoint/2010/main" val="322866880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AEE644D4-F9A4-4237-BD5C-4B97ABA9337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0"/>
            <a:ext cx="5581650" cy="6858000"/>
          </a:xfrm>
          <a:prstGeom prst="rect">
            <a:avLst/>
          </a:prstGeom>
        </p:spPr>
      </p:pic>
      <p:sp>
        <p:nvSpPr>
          <p:cNvPr id="2" name="Title 1">
            <a:extLst>
              <a:ext uri="{FF2B5EF4-FFF2-40B4-BE49-F238E27FC236}">
                <a16:creationId xmlns:a16="http://schemas.microsoft.com/office/drawing/2014/main" id="{C2FF67A8-55FA-435D-A18C-96D63D22B53E}"/>
              </a:ext>
            </a:extLst>
          </p:cNvPr>
          <p:cNvSpPr>
            <a:spLocks noGrp="1"/>
          </p:cNvSpPr>
          <p:nvPr>
            <p:ph type="title" hasCustomPrompt="1"/>
          </p:nvPr>
        </p:nvSpPr>
        <p:spPr>
          <a:xfrm>
            <a:off x="5920169" y="1152771"/>
            <a:ext cx="5431971" cy="846301"/>
          </a:xfrm>
        </p:spPr>
        <p:txBody>
          <a:bodyPr anchor="t">
            <a:normAutofit/>
          </a:bodyPr>
          <a:lstStyle>
            <a:lvl1pPr>
              <a:defRPr lang="en-US" sz="2800" kern="1200" cap="all" spc="150" baseline="0" dirty="0">
                <a:solidFill>
                  <a:schemeClr val="tx1">
                    <a:lumMod val="75000"/>
                    <a:lumOff val="25000"/>
                  </a:schemeClr>
                </a:solidFill>
                <a:latin typeface="+mj-lt"/>
                <a:ea typeface="+mj-ea"/>
                <a:cs typeface="+mj-cs"/>
              </a:defRPr>
            </a:lvl1pPr>
          </a:lstStyle>
          <a:p>
            <a:r>
              <a:rPr lang="en-US"/>
              <a:t>CLICK TO EDIT MASTER TITLE STYLE</a:t>
            </a:r>
          </a:p>
        </p:txBody>
      </p:sp>
      <p:cxnSp>
        <p:nvCxnSpPr>
          <p:cNvPr id="9" name="Straight Connector 8">
            <a:extLst>
              <a:ext uri="{FF2B5EF4-FFF2-40B4-BE49-F238E27FC236}">
                <a16:creationId xmlns:a16="http://schemas.microsoft.com/office/drawing/2014/main" id="{BDAC7E4E-FE06-4E90-8107-6B543E5515ED}"/>
              </a:ext>
            </a:extLst>
          </p:cNvPr>
          <p:cNvCxnSpPr/>
          <p:nvPr/>
        </p:nvCxnSpPr>
        <p:spPr>
          <a:xfrm flipV="1">
            <a:off x="2209800" y="0"/>
            <a:ext cx="2438400" cy="6858000"/>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11" name="Text Placeholder 15">
            <a:extLst>
              <a:ext uri="{FF2B5EF4-FFF2-40B4-BE49-F238E27FC236}">
                <a16:creationId xmlns:a16="http://schemas.microsoft.com/office/drawing/2014/main" id="{3864668D-D640-4ABF-BB9A-D60176660F07}"/>
              </a:ext>
            </a:extLst>
          </p:cNvPr>
          <p:cNvSpPr>
            <a:spLocks noGrp="1"/>
          </p:cNvSpPr>
          <p:nvPr>
            <p:ph type="body" sz="quarter" idx="13" hasCustomPrompt="1"/>
          </p:nvPr>
        </p:nvSpPr>
        <p:spPr>
          <a:xfrm>
            <a:off x="5922254" y="2469515"/>
            <a:ext cx="5433204" cy="365125"/>
          </a:xfrm>
        </p:spPr>
        <p:txBody>
          <a:bodyPr>
            <a:normAutofit/>
          </a:bodyPr>
          <a:lstStyle>
            <a:lvl1pPr marL="0" indent="0">
              <a:buNone/>
              <a:defRPr lang="en-US" sz="2000" kern="1200" cap="all"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12" name="Text Placeholder 18">
            <a:extLst>
              <a:ext uri="{FF2B5EF4-FFF2-40B4-BE49-F238E27FC236}">
                <a16:creationId xmlns:a16="http://schemas.microsoft.com/office/drawing/2014/main" id="{2E289D5A-B06B-43D4-A3CA-3B06C4D49FDD}"/>
              </a:ext>
            </a:extLst>
          </p:cNvPr>
          <p:cNvSpPr>
            <a:spLocks noGrp="1"/>
          </p:cNvSpPr>
          <p:nvPr>
            <p:ph type="body" sz="quarter" idx="15" hasCustomPrompt="1"/>
          </p:nvPr>
        </p:nvSpPr>
        <p:spPr>
          <a:xfrm>
            <a:off x="5921828" y="2798940"/>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13" name="Text Placeholder 15">
            <a:extLst>
              <a:ext uri="{FF2B5EF4-FFF2-40B4-BE49-F238E27FC236}">
                <a16:creationId xmlns:a16="http://schemas.microsoft.com/office/drawing/2014/main" id="{1DCC2995-DE17-436D-82AE-6E107865CB79}"/>
              </a:ext>
            </a:extLst>
          </p:cNvPr>
          <p:cNvSpPr>
            <a:spLocks noGrp="1"/>
          </p:cNvSpPr>
          <p:nvPr>
            <p:ph type="body" sz="quarter" idx="23" hasCustomPrompt="1"/>
          </p:nvPr>
        </p:nvSpPr>
        <p:spPr>
          <a:xfrm>
            <a:off x="5922254" y="3569311"/>
            <a:ext cx="5433204" cy="365125"/>
          </a:xfrm>
        </p:spPr>
        <p:txBody>
          <a:bodyPr>
            <a:normAutofit/>
          </a:bodyPr>
          <a:lstStyle>
            <a:lvl1pPr marL="0" indent="0">
              <a:buNone/>
              <a:defRPr lang="en-US" sz="2000" kern="1200" cap="all"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14" name="Text Placeholder 18">
            <a:extLst>
              <a:ext uri="{FF2B5EF4-FFF2-40B4-BE49-F238E27FC236}">
                <a16:creationId xmlns:a16="http://schemas.microsoft.com/office/drawing/2014/main" id="{C7E70A65-1FB1-4F42-854B-8213ED73F792}"/>
              </a:ext>
            </a:extLst>
          </p:cNvPr>
          <p:cNvSpPr>
            <a:spLocks noGrp="1"/>
          </p:cNvSpPr>
          <p:nvPr>
            <p:ph type="body" sz="quarter" idx="24" hasCustomPrompt="1"/>
          </p:nvPr>
        </p:nvSpPr>
        <p:spPr>
          <a:xfrm>
            <a:off x="5921828" y="3898736"/>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15" name="Text Placeholder 15">
            <a:extLst>
              <a:ext uri="{FF2B5EF4-FFF2-40B4-BE49-F238E27FC236}">
                <a16:creationId xmlns:a16="http://schemas.microsoft.com/office/drawing/2014/main" id="{45657994-DC61-4DEB-BB2B-65DFCA997AF1}"/>
              </a:ext>
            </a:extLst>
          </p:cNvPr>
          <p:cNvSpPr>
            <a:spLocks noGrp="1"/>
          </p:cNvSpPr>
          <p:nvPr>
            <p:ph type="body" sz="quarter" idx="25" hasCustomPrompt="1"/>
          </p:nvPr>
        </p:nvSpPr>
        <p:spPr>
          <a:xfrm>
            <a:off x="5922254" y="4669107"/>
            <a:ext cx="5433204" cy="365125"/>
          </a:xfrm>
        </p:spPr>
        <p:txBody>
          <a:bodyPr>
            <a:normAutofit/>
          </a:bodyPr>
          <a:lstStyle>
            <a:lvl1pPr marL="0" indent="0">
              <a:buNone/>
              <a:defRPr lang="en-US" sz="2000" kern="1200" cap="all"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16" name="Text Placeholder 18">
            <a:extLst>
              <a:ext uri="{FF2B5EF4-FFF2-40B4-BE49-F238E27FC236}">
                <a16:creationId xmlns:a16="http://schemas.microsoft.com/office/drawing/2014/main" id="{18397EE2-60CD-47FD-AF8F-83A5324D9D18}"/>
              </a:ext>
            </a:extLst>
          </p:cNvPr>
          <p:cNvSpPr>
            <a:spLocks noGrp="1"/>
          </p:cNvSpPr>
          <p:nvPr>
            <p:ph type="body" sz="quarter" idx="26" hasCustomPrompt="1"/>
          </p:nvPr>
        </p:nvSpPr>
        <p:spPr>
          <a:xfrm>
            <a:off x="5921828" y="4998532"/>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17" name="Date Placeholder 2">
            <a:extLst>
              <a:ext uri="{FF2B5EF4-FFF2-40B4-BE49-F238E27FC236}">
                <a16:creationId xmlns:a16="http://schemas.microsoft.com/office/drawing/2014/main" id="{1E25EFF1-65C7-4F93-8740-46885C6BEA57}"/>
              </a:ext>
            </a:extLst>
          </p:cNvPr>
          <p:cNvSpPr>
            <a:spLocks noGrp="1"/>
          </p:cNvSpPr>
          <p:nvPr>
            <p:ph type="dt" sz="half" idx="20"/>
          </p:nvPr>
        </p:nvSpPr>
        <p:spPr>
          <a:xfrm>
            <a:off x="5919680" y="6356350"/>
            <a:ext cx="947516" cy="365125"/>
          </a:xfrm>
        </p:spPr>
        <p:txBody>
          <a:bodyPr/>
          <a:lstStyle>
            <a:lvl1pPr>
              <a:defRPr sz="900"/>
            </a:lvl1pPr>
          </a:lstStyle>
          <a:p>
            <a:r>
              <a:rPr lang="en-US" dirty="0"/>
              <a:t>20XX</a:t>
            </a:r>
          </a:p>
        </p:txBody>
      </p:sp>
      <p:sp>
        <p:nvSpPr>
          <p:cNvPr id="18" name="Footer Placeholder 3">
            <a:extLst>
              <a:ext uri="{FF2B5EF4-FFF2-40B4-BE49-F238E27FC236}">
                <a16:creationId xmlns:a16="http://schemas.microsoft.com/office/drawing/2014/main" id="{C16D80BF-B599-4FC0-ABD5-98777872FE5F}"/>
              </a:ext>
            </a:extLst>
          </p:cNvPr>
          <p:cNvSpPr>
            <a:spLocks noGrp="1"/>
          </p:cNvSpPr>
          <p:nvPr>
            <p:ph type="ftr" sz="quarter" idx="21"/>
          </p:nvPr>
        </p:nvSpPr>
        <p:spPr>
          <a:xfrm>
            <a:off x="7161955" y="6356350"/>
            <a:ext cx="3243942" cy="365125"/>
          </a:xfrm>
        </p:spPr>
        <p:txBody>
          <a:bodyPr/>
          <a:lstStyle>
            <a:lvl1pPr>
              <a:defRPr sz="900"/>
            </a:lvl1pPr>
          </a:lstStyle>
          <a:p>
            <a:r>
              <a:rPr lang="en-US" dirty="0"/>
              <a:t>Pitch Deck</a:t>
            </a:r>
          </a:p>
        </p:txBody>
      </p:sp>
      <p:sp>
        <p:nvSpPr>
          <p:cNvPr id="19" name="Slide Number Placeholder 4">
            <a:extLst>
              <a:ext uri="{FF2B5EF4-FFF2-40B4-BE49-F238E27FC236}">
                <a16:creationId xmlns:a16="http://schemas.microsoft.com/office/drawing/2014/main" id="{F64421B1-FF90-4939-90BD-8206DE5036D0}"/>
              </a:ext>
            </a:extLst>
          </p:cNvPr>
          <p:cNvSpPr>
            <a:spLocks noGrp="1"/>
          </p:cNvSpPr>
          <p:nvPr>
            <p:ph type="sldNum" sz="quarter" idx="22"/>
          </p:nvPr>
        </p:nvSpPr>
        <p:spPr>
          <a:xfrm>
            <a:off x="10700656" y="6356350"/>
            <a:ext cx="653143" cy="365125"/>
          </a:xfrm>
        </p:spPr>
        <p:txBody>
          <a:bodyPr/>
          <a:lstStyle>
            <a:lvl1pPr>
              <a:defRPr sz="900"/>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26479877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Market comparison">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a:normAutofit/>
          </a:bodyPr>
          <a:lstStyle>
            <a:lvl1pPr algn="ctr">
              <a:defRPr lang="en-US" sz="2800" kern="1200" cap="all"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2063855" y="3064615"/>
            <a:ext cx="1240971" cy="823912"/>
          </a:xfrm>
        </p:spPr>
        <p:txBody>
          <a:bodyPr anchor="ctr">
            <a:noAutofit/>
          </a:bodyPr>
          <a:lstStyle>
            <a:lvl1pPr marL="0" indent="0" algn="ctr">
              <a:buNone/>
              <a:defRPr lang="en-US" sz="4000" kern="1200" cap="all"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t>
            </a:r>
          </a:p>
        </p:txBody>
      </p:sp>
      <p:sp>
        <p:nvSpPr>
          <p:cNvPr id="23" name="Text Placeholder 2">
            <a:extLst>
              <a:ext uri="{FF2B5EF4-FFF2-40B4-BE49-F238E27FC236}">
                <a16:creationId xmlns:a16="http://schemas.microsoft.com/office/drawing/2014/main" id="{A066E2EA-C6EA-4A02-818E-33BD582D92E7}"/>
              </a:ext>
            </a:extLst>
          </p:cNvPr>
          <p:cNvSpPr>
            <a:spLocks noGrp="1"/>
          </p:cNvSpPr>
          <p:nvPr>
            <p:ph type="body" idx="15" hasCustomPrompt="1"/>
          </p:nvPr>
        </p:nvSpPr>
        <p:spPr>
          <a:xfrm>
            <a:off x="5475514" y="3064615"/>
            <a:ext cx="1240971" cy="823912"/>
          </a:xfrm>
        </p:spPr>
        <p:txBody>
          <a:bodyPr anchor="ctr">
            <a:noAutofit/>
          </a:bodyPr>
          <a:lstStyle>
            <a:lvl1pPr marL="0" indent="0" algn="ctr">
              <a:buNone/>
              <a:defRPr lang="en-US" sz="4000" kern="1200" cap="all"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t>
            </a:r>
          </a:p>
        </p:txBody>
      </p:sp>
      <p:sp>
        <p:nvSpPr>
          <p:cNvPr id="24" name="Text Placeholder 2">
            <a:extLst>
              <a:ext uri="{FF2B5EF4-FFF2-40B4-BE49-F238E27FC236}">
                <a16:creationId xmlns:a16="http://schemas.microsoft.com/office/drawing/2014/main" id="{97B9C3B0-3522-407C-B662-631E19ECC95F}"/>
              </a:ext>
            </a:extLst>
          </p:cNvPr>
          <p:cNvSpPr>
            <a:spLocks noGrp="1"/>
          </p:cNvSpPr>
          <p:nvPr>
            <p:ph type="body" idx="16" hasCustomPrompt="1"/>
          </p:nvPr>
        </p:nvSpPr>
        <p:spPr>
          <a:xfrm>
            <a:off x="8887174" y="3064615"/>
            <a:ext cx="1240971" cy="823912"/>
          </a:xfrm>
        </p:spPr>
        <p:txBody>
          <a:bodyPr anchor="ctr">
            <a:noAutofit/>
          </a:bodyPr>
          <a:lstStyle>
            <a:lvl1pPr marL="0" indent="0" algn="ctr">
              <a:buNone/>
              <a:defRPr lang="en-US" sz="4000" kern="1200" cap="all"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t>
            </a:r>
          </a:p>
        </p:txBody>
      </p:sp>
      <p:sp>
        <p:nvSpPr>
          <p:cNvPr id="4" name="Content Placeholder 3">
            <a:extLst>
              <a:ext uri="{FF2B5EF4-FFF2-40B4-BE49-F238E27FC236}">
                <a16:creationId xmlns:a16="http://schemas.microsoft.com/office/drawing/2014/main" id="{AC9B20CF-6B91-4562-B799-0ABDAEBC0D2A}"/>
              </a:ext>
            </a:extLst>
          </p:cNvPr>
          <p:cNvSpPr>
            <a:spLocks noGrp="1"/>
          </p:cNvSpPr>
          <p:nvPr>
            <p:ph sz="half" idx="2"/>
          </p:nvPr>
        </p:nvSpPr>
        <p:spPr>
          <a:xfrm>
            <a:off x="1129698" y="4824188"/>
            <a:ext cx="3124093" cy="462927"/>
          </a:xfrm>
        </p:spPr>
        <p:txBody>
          <a:bodyPr>
            <a:noAutofit/>
          </a:bodyPr>
          <a:lstStyle>
            <a:lvl1pPr marL="0" indent="0" algn="ctr">
              <a:lnSpc>
                <a:spcPct val="100000"/>
              </a:lnSpc>
              <a:buNone/>
              <a:defRPr sz="2000" cap="all" spc="50" baseline="0">
                <a:solidFill>
                  <a:schemeClr val="tx1">
                    <a:lumMod val="75000"/>
                    <a:lumOff val="25000"/>
                  </a:schemeClr>
                </a:solidFill>
              </a:defRPr>
            </a:lvl1pPr>
            <a:lvl2pPr marL="457200" indent="0">
              <a:lnSpc>
                <a:spcPct val="100000"/>
              </a:lnSpc>
              <a:buNone/>
              <a:defRPr sz="1400"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a:r>
              <a:rPr lang="en-US"/>
              <a:t>Click to edit Master text styles</a:t>
            </a:r>
          </a:p>
        </p:txBody>
      </p:sp>
      <p:sp>
        <p:nvSpPr>
          <p:cNvPr id="6" name="Content Placeholder 5">
            <a:extLst>
              <a:ext uri="{FF2B5EF4-FFF2-40B4-BE49-F238E27FC236}">
                <a16:creationId xmlns:a16="http://schemas.microsoft.com/office/drawing/2014/main" id="{B36EE64B-44BF-4634-97BC-5ED74C6DF280}"/>
              </a:ext>
            </a:extLst>
          </p:cNvPr>
          <p:cNvSpPr>
            <a:spLocks noGrp="1"/>
          </p:cNvSpPr>
          <p:nvPr>
            <p:ph sz="quarter" idx="4"/>
          </p:nvPr>
        </p:nvSpPr>
        <p:spPr>
          <a:xfrm>
            <a:off x="4526261" y="4824188"/>
            <a:ext cx="3139479" cy="462927"/>
          </a:xfrm>
        </p:spPr>
        <p:txBody>
          <a:bodyPr>
            <a:normAutofit/>
          </a:bodyPr>
          <a:lstStyle>
            <a:lvl1pPr marL="0" indent="0" algn="ctr">
              <a:lnSpc>
                <a:spcPct val="100000"/>
              </a:lnSpc>
              <a:buNone/>
              <a:defRPr sz="2000" cap="all" spc="50" baseline="0">
                <a:solidFill>
                  <a:schemeClr val="tx1">
                    <a:lumMod val="75000"/>
                    <a:lumOff val="25000"/>
                  </a:schemeClr>
                </a:solidFill>
              </a:defRPr>
            </a:lvl1pPr>
            <a:lvl2pPr marL="457200" indent="0">
              <a:lnSpc>
                <a:spcPct val="100000"/>
              </a:lnSpc>
              <a:buNone/>
              <a:defRPr sz="2000" cap="all"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a:r>
              <a:rPr lang="en-US"/>
              <a:t>Click to edit Master text styles</a:t>
            </a:r>
          </a:p>
        </p:txBody>
      </p:sp>
      <p:sp>
        <p:nvSpPr>
          <p:cNvPr id="22" name="Content Placeholder 3">
            <a:extLst>
              <a:ext uri="{FF2B5EF4-FFF2-40B4-BE49-F238E27FC236}">
                <a16:creationId xmlns:a16="http://schemas.microsoft.com/office/drawing/2014/main" id="{C464A9BD-B815-4632-8F54-6EB70E48BAFF}"/>
              </a:ext>
            </a:extLst>
          </p:cNvPr>
          <p:cNvSpPr>
            <a:spLocks noGrp="1"/>
          </p:cNvSpPr>
          <p:nvPr>
            <p:ph sz="half" idx="14"/>
          </p:nvPr>
        </p:nvSpPr>
        <p:spPr>
          <a:xfrm>
            <a:off x="7938210" y="4824188"/>
            <a:ext cx="3124093" cy="462927"/>
          </a:xfrm>
        </p:spPr>
        <p:txBody>
          <a:bodyPr>
            <a:noAutofit/>
          </a:bodyPr>
          <a:lstStyle>
            <a:lvl1pPr marL="0" indent="0" algn="ctr">
              <a:lnSpc>
                <a:spcPct val="100000"/>
              </a:lnSpc>
              <a:buNone/>
              <a:defRPr sz="2000" cap="all" spc="50" baseline="0">
                <a:solidFill>
                  <a:schemeClr val="tx1">
                    <a:lumMod val="75000"/>
                    <a:lumOff val="25000"/>
                  </a:schemeClr>
                </a:solidFill>
              </a:defRPr>
            </a:lvl1pPr>
            <a:lvl2pPr marL="457200" indent="0">
              <a:lnSpc>
                <a:spcPct val="100000"/>
              </a:lnSpc>
              <a:buNone/>
              <a:defRPr sz="1400"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a:r>
              <a:rPr lang="en-US"/>
              <a:t>Click to edit Master text styles</a:t>
            </a:r>
          </a:p>
        </p:txBody>
      </p:sp>
      <p:pic>
        <p:nvPicPr>
          <p:cNvPr id="11" name="Graphic 10">
            <a:extLst>
              <a:ext uri="{FF2B5EF4-FFF2-40B4-BE49-F238E27FC236}">
                <a16:creationId xmlns:a16="http://schemas.microsoft.com/office/drawing/2014/main" id="{B38B0D13-BD5F-460B-B337-F4A9342026D0}"/>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465141" y="2358007"/>
            <a:ext cx="2438400" cy="2019300"/>
          </a:xfrm>
          <a:prstGeom prst="rect">
            <a:avLst/>
          </a:prstGeom>
        </p:spPr>
      </p:pic>
      <p:pic>
        <p:nvPicPr>
          <p:cNvPr id="13" name="Graphic 12">
            <a:extLst>
              <a:ext uri="{FF2B5EF4-FFF2-40B4-BE49-F238E27FC236}">
                <a16:creationId xmlns:a16="http://schemas.microsoft.com/office/drawing/2014/main" id="{BE72876B-D3DA-4462-9E24-3354D8D02A27}"/>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5000625" y="2531837"/>
            <a:ext cx="2190750" cy="1943100"/>
          </a:xfrm>
          <a:prstGeom prst="rect">
            <a:avLst/>
          </a:prstGeom>
        </p:spPr>
      </p:pic>
      <p:pic>
        <p:nvPicPr>
          <p:cNvPr id="15" name="Graphic 14">
            <a:extLst>
              <a:ext uri="{FF2B5EF4-FFF2-40B4-BE49-F238E27FC236}">
                <a16:creationId xmlns:a16="http://schemas.microsoft.com/office/drawing/2014/main" id="{14A539B6-6E3F-41BA-ACE2-76E8BB651636}"/>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8345608" y="2421056"/>
            <a:ext cx="2324100" cy="2057400"/>
          </a:xfrm>
          <a:prstGeom prst="rect">
            <a:avLst/>
          </a:prstGeom>
        </p:spPr>
      </p:pic>
      <p:sp>
        <p:nvSpPr>
          <p:cNvPr id="25" name="Content Placeholder 3">
            <a:extLst>
              <a:ext uri="{FF2B5EF4-FFF2-40B4-BE49-F238E27FC236}">
                <a16:creationId xmlns:a16="http://schemas.microsoft.com/office/drawing/2014/main" id="{82D8880F-3EAC-45C9-91F2-19A193791A18}"/>
              </a:ext>
            </a:extLst>
          </p:cNvPr>
          <p:cNvSpPr>
            <a:spLocks noGrp="1"/>
          </p:cNvSpPr>
          <p:nvPr>
            <p:ph sz="half" idx="17"/>
          </p:nvPr>
        </p:nvSpPr>
        <p:spPr>
          <a:xfrm>
            <a:off x="1129698" y="5280763"/>
            <a:ext cx="3124093" cy="462927"/>
          </a:xfrm>
        </p:spPr>
        <p:txBody>
          <a:bodyPr>
            <a:normAutofit/>
          </a:bodyPr>
          <a:lstStyle>
            <a:lvl1pPr marL="0" indent="0" algn="ctr">
              <a:lnSpc>
                <a:spcPct val="100000"/>
              </a:lnSpc>
              <a:buNone/>
              <a:defRPr sz="1400" cap="none" spc="50" baseline="0">
                <a:solidFill>
                  <a:schemeClr val="tx1">
                    <a:lumMod val="75000"/>
                    <a:lumOff val="25000"/>
                  </a:schemeClr>
                </a:solidFill>
              </a:defRPr>
            </a:lvl1pPr>
            <a:lvl2pPr marL="457200" indent="0">
              <a:lnSpc>
                <a:spcPct val="100000"/>
              </a:lnSpc>
              <a:buNone/>
              <a:defRPr sz="1400"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a:r>
              <a:rPr lang="en-US"/>
              <a:t>Click to edit Master text styles</a:t>
            </a:r>
          </a:p>
        </p:txBody>
      </p:sp>
      <p:sp>
        <p:nvSpPr>
          <p:cNvPr id="26" name="Content Placeholder 5">
            <a:extLst>
              <a:ext uri="{FF2B5EF4-FFF2-40B4-BE49-F238E27FC236}">
                <a16:creationId xmlns:a16="http://schemas.microsoft.com/office/drawing/2014/main" id="{9019518E-E850-403D-A5B5-4B53F8C4A56B}"/>
              </a:ext>
            </a:extLst>
          </p:cNvPr>
          <p:cNvSpPr>
            <a:spLocks noGrp="1"/>
          </p:cNvSpPr>
          <p:nvPr>
            <p:ph sz="quarter" idx="18"/>
          </p:nvPr>
        </p:nvSpPr>
        <p:spPr>
          <a:xfrm>
            <a:off x="4526261" y="5280763"/>
            <a:ext cx="3139479" cy="462927"/>
          </a:xfrm>
        </p:spPr>
        <p:txBody>
          <a:bodyPr>
            <a:normAutofit/>
          </a:bodyPr>
          <a:lstStyle>
            <a:lvl1pPr marL="0" indent="0" algn="ctr">
              <a:lnSpc>
                <a:spcPct val="100000"/>
              </a:lnSpc>
              <a:buNone/>
              <a:defRPr sz="1400" cap="none" spc="50" baseline="0">
                <a:solidFill>
                  <a:schemeClr val="tx1">
                    <a:lumMod val="75000"/>
                    <a:lumOff val="25000"/>
                  </a:schemeClr>
                </a:solidFill>
              </a:defRPr>
            </a:lvl1pPr>
            <a:lvl2pPr marL="457200" indent="0" algn="ctr">
              <a:lnSpc>
                <a:spcPct val="100000"/>
              </a:lnSpc>
              <a:buNone/>
              <a:defRPr sz="1400" cap="none" spc="50" baseline="0">
                <a:solidFill>
                  <a:schemeClr val="tx1">
                    <a:lumMod val="75000"/>
                    <a:lumOff val="25000"/>
                  </a:schemeClr>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a:r>
              <a:rPr lang="en-US"/>
              <a:t>Click to edit Master text styles</a:t>
            </a:r>
          </a:p>
          <a:p>
            <a:pPr lvl="1"/>
            <a:r>
              <a:rPr lang="en-US"/>
              <a:t>Second level</a:t>
            </a:r>
          </a:p>
        </p:txBody>
      </p:sp>
      <p:sp>
        <p:nvSpPr>
          <p:cNvPr id="27" name="Content Placeholder 3">
            <a:extLst>
              <a:ext uri="{FF2B5EF4-FFF2-40B4-BE49-F238E27FC236}">
                <a16:creationId xmlns:a16="http://schemas.microsoft.com/office/drawing/2014/main" id="{A8058154-45E5-403E-B714-AC85774F391F}"/>
              </a:ext>
            </a:extLst>
          </p:cNvPr>
          <p:cNvSpPr>
            <a:spLocks noGrp="1"/>
          </p:cNvSpPr>
          <p:nvPr>
            <p:ph sz="half" idx="19"/>
          </p:nvPr>
        </p:nvSpPr>
        <p:spPr>
          <a:xfrm>
            <a:off x="7938210" y="5280763"/>
            <a:ext cx="3124093" cy="462927"/>
          </a:xfrm>
        </p:spPr>
        <p:txBody>
          <a:bodyPr>
            <a:normAutofit/>
          </a:bodyPr>
          <a:lstStyle>
            <a:lvl1pPr marL="0" indent="0" algn="ctr">
              <a:lnSpc>
                <a:spcPct val="100000"/>
              </a:lnSpc>
              <a:buNone/>
              <a:defRPr sz="1400" cap="none" spc="50" baseline="0">
                <a:solidFill>
                  <a:schemeClr val="tx1">
                    <a:lumMod val="75000"/>
                    <a:lumOff val="25000"/>
                  </a:schemeClr>
                </a:solidFill>
              </a:defRPr>
            </a:lvl1pPr>
            <a:lvl2pPr marL="457200" indent="0">
              <a:lnSpc>
                <a:spcPct val="100000"/>
              </a:lnSpc>
              <a:buNone/>
              <a:defRPr sz="1400"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a:r>
              <a:rPr lang="en-US"/>
              <a:t>Click to edit Master text styles</a:t>
            </a:r>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a:lstStyle>
            <a:lvl1pPr>
              <a:defRPr sz="900"/>
            </a:lvl1pPr>
          </a:lstStyle>
          <a:p>
            <a:r>
              <a:rPr lang="en-US" dirty="0"/>
              <a:t>20XX</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a:lstStyle>
            <a:lvl1pPr>
              <a:defRPr sz="900"/>
            </a:lvl1pPr>
          </a:lstStyle>
          <a:p>
            <a:r>
              <a:rPr lang="en-US" dirty="0"/>
              <a:t>Pitch Deck</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a:lstStyle>
            <a:lvl1pPr>
              <a:defRPr sz="900"/>
            </a:lvl1pPr>
          </a:lstStyle>
          <a:p>
            <a:fld id="{B5CEABB6-07DC-46E8-9B57-56EC44A396E5}" type="slidenum">
              <a:rPr lang="en-US" smtClean="0"/>
              <a:t>‹#›</a:t>
            </a:fld>
            <a:endParaRPr lang="en-US" dirty="0"/>
          </a:p>
        </p:txBody>
      </p:sp>
    </p:spTree>
    <p:extLst>
      <p:ext uri="{BB962C8B-B14F-4D97-AF65-F5344CB8AC3E}">
        <p14:creationId xmlns:p14="http://schemas.microsoft.com/office/powerpoint/2010/main" val="1442619314"/>
      </p:ext>
    </p:extLst>
  </p:cSld>
  <p:clrMapOvr>
    <a:overrideClrMapping bg1="lt1" tx1="dk1" bg2="lt2" tx2="dk2" accent1="accent1"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pic>
        <p:nvPicPr>
          <p:cNvPr id="14" name="Graphic 13">
            <a:extLst>
              <a:ext uri="{FF2B5EF4-FFF2-40B4-BE49-F238E27FC236}">
                <a16:creationId xmlns:a16="http://schemas.microsoft.com/office/drawing/2014/main" id="{AE202E03-5C65-4305-B969-65220AD41002}"/>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t="18301" r="41825" b="23071"/>
          <a:stretch/>
        </p:blipFill>
        <p:spPr>
          <a:xfrm flipH="1">
            <a:off x="0" y="0"/>
            <a:ext cx="5441888" cy="6858000"/>
          </a:xfrm>
          <a:custGeom>
            <a:avLst/>
            <a:gdLst>
              <a:gd name="connsiteX0" fmla="*/ 5441888 w 5441888"/>
              <a:gd name="connsiteY0" fmla="*/ 0 h 6858000"/>
              <a:gd name="connsiteX1" fmla="*/ 0 w 5441888"/>
              <a:gd name="connsiteY1" fmla="*/ 0 h 6858000"/>
              <a:gd name="connsiteX2" fmla="*/ 0 w 5441888"/>
              <a:gd name="connsiteY2" fmla="*/ 6858000 h 6858000"/>
              <a:gd name="connsiteX3" fmla="*/ 5441888 w 5441888"/>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5441888" h="6858000">
                <a:moveTo>
                  <a:pt x="5441888" y="0"/>
                </a:moveTo>
                <a:lnTo>
                  <a:pt x="0" y="0"/>
                </a:lnTo>
                <a:lnTo>
                  <a:pt x="0" y="6858000"/>
                </a:lnTo>
                <a:lnTo>
                  <a:pt x="5441888" y="6858000"/>
                </a:lnTo>
                <a:close/>
              </a:path>
            </a:pathLst>
          </a:custGeom>
        </p:spPr>
      </p:pic>
      <p:sp>
        <p:nvSpPr>
          <p:cNvPr id="19" name="Title 1">
            <a:extLst>
              <a:ext uri="{FF2B5EF4-FFF2-40B4-BE49-F238E27FC236}">
                <a16:creationId xmlns:a16="http://schemas.microsoft.com/office/drawing/2014/main" id="{1E1C8C6D-0530-475B-A7F7-0E00C33ACFEB}"/>
              </a:ext>
            </a:extLst>
          </p:cNvPr>
          <p:cNvSpPr>
            <a:spLocks noGrp="1"/>
          </p:cNvSpPr>
          <p:nvPr>
            <p:ph type="title" hasCustomPrompt="1"/>
          </p:nvPr>
        </p:nvSpPr>
        <p:spPr>
          <a:xfrm>
            <a:off x="5920169" y="1152771"/>
            <a:ext cx="5431971" cy="846301"/>
          </a:xfrm>
        </p:spPr>
        <p:txBody>
          <a:bodyPr anchor="t">
            <a:normAutofit/>
          </a:bodyPr>
          <a:lstStyle>
            <a:lvl1pPr>
              <a:defRPr lang="en-US" sz="2800" kern="1200" cap="all"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20" name="Text Placeholder 15">
            <a:extLst>
              <a:ext uri="{FF2B5EF4-FFF2-40B4-BE49-F238E27FC236}">
                <a16:creationId xmlns:a16="http://schemas.microsoft.com/office/drawing/2014/main" id="{3D2778A3-7084-4333-8349-03B1FEB5FE75}"/>
              </a:ext>
            </a:extLst>
          </p:cNvPr>
          <p:cNvSpPr>
            <a:spLocks noGrp="1"/>
          </p:cNvSpPr>
          <p:nvPr>
            <p:ph type="body" sz="quarter" idx="13" hasCustomPrompt="1"/>
          </p:nvPr>
        </p:nvSpPr>
        <p:spPr>
          <a:xfrm>
            <a:off x="5922254" y="2469515"/>
            <a:ext cx="5433204" cy="365125"/>
          </a:xfrm>
        </p:spPr>
        <p:txBody>
          <a:bodyPr>
            <a:normAutofit/>
          </a:bodyPr>
          <a:lstStyle>
            <a:lvl1pPr marL="0" indent="0">
              <a:buNone/>
              <a:defRPr lang="en-US" sz="2000" kern="1200" cap="all"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25" name="Text Placeholder 18">
            <a:extLst>
              <a:ext uri="{FF2B5EF4-FFF2-40B4-BE49-F238E27FC236}">
                <a16:creationId xmlns:a16="http://schemas.microsoft.com/office/drawing/2014/main" id="{70ED2545-F96B-400C-B6F4-F1D2D83B7243}"/>
              </a:ext>
            </a:extLst>
          </p:cNvPr>
          <p:cNvSpPr>
            <a:spLocks noGrp="1"/>
          </p:cNvSpPr>
          <p:nvPr>
            <p:ph type="body" sz="quarter" idx="15" hasCustomPrompt="1"/>
          </p:nvPr>
        </p:nvSpPr>
        <p:spPr>
          <a:xfrm>
            <a:off x="5921828" y="2798940"/>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26" name="Text Placeholder 15">
            <a:extLst>
              <a:ext uri="{FF2B5EF4-FFF2-40B4-BE49-F238E27FC236}">
                <a16:creationId xmlns:a16="http://schemas.microsoft.com/office/drawing/2014/main" id="{4A2FECA2-3808-47DC-84EB-CD3395C2052D}"/>
              </a:ext>
            </a:extLst>
          </p:cNvPr>
          <p:cNvSpPr>
            <a:spLocks noGrp="1"/>
          </p:cNvSpPr>
          <p:nvPr>
            <p:ph type="body" sz="quarter" idx="23" hasCustomPrompt="1"/>
          </p:nvPr>
        </p:nvSpPr>
        <p:spPr>
          <a:xfrm>
            <a:off x="5922254" y="3569311"/>
            <a:ext cx="5433204" cy="365125"/>
          </a:xfrm>
        </p:spPr>
        <p:txBody>
          <a:bodyPr>
            <a:normAutofit/>
          </a:bodyPr>
          <a:lstStyle>
            <a:lvl1pPr marL="0" indent="0">
              <a:buNone/>
              <a:defRPr lang="en-US" sz="2000" kern="1200" cap="all"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27" name="Text Placeholder 18">
            <a:extLst>
              <a:ext uri="{FF2B5EF4-FFF2-40B4-BE49-F238E27FC236}">
                <a16:creationId xmlns:a16="http://schemas.microsoft.com/office/drawing/2014/main" id="{24393B9A-03C4-45C1-8172-F8B354458A48}"/>
              </a:ext>
            </a:extLst>
          </p:cNvPr>
          <p:cNvSpPr>
            <a:spLocks noGrp="1"/>
          </p:cNvSpPr>
          <p:nvPr>
            <p:ph type="body" sz="quarter" idx="24" hasCustomPrompt="1"/>
          </p:nvPr>
        </p:nvSpPr>
        <p:spPr>
          <a:xfrm>
            <a:off x="5921828" y="3898736"/>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28" name="Text Placeholder 15">
            <a:extLst>
              <a:ext uri="{FF2B5EF4-FFF2-40B4-BE49-F238E27FC236}">
                <a16:creationId xmlns:a16="http://schemas.microsoft.com/office/drawing/2014/main" id="{18EC24A5-B4A5-4BAB-AE40-30EB69D6EF73}"/>
              </a:ext>
            </a:extLst>
          </p:cNvPr>
          <p:cNvSpPr>
            <a:spLocks noGrp="1"/>
          </p:cNvSpPr>
          <p:nvPr>
            <p:ph type="body" sz="quarter" idx="25" hasCustomPrompt="1"/>
          </p:nvPr>
        </p:nvSpPr>
        <p:spPr>
          <a:xfrm>
            <a:off x="5922254" y="4669107"/>
            <a:ext cx="5433204" cy="365125"/>
          </a:xfrm>
        </p:spPr>
        <p:txBody>
          <a:bodyPr>
            <a:normAutofit/>
          </a:bodyPr>
          <a:lstStyle>
            <a:lvl1pPr marL="0" indent="0">
              <a:buNone/>
              <a:defRPr lang="en-US" sz="2000" kern="1200" cap="all"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29" name="Text Placeholder 18">
            <a:extLst>
              <a:ext uri="{FF2B5EF4-FFF2-40B4-BE49-F238E27FC236}">
                <a16:creationId xmlns:a16="http://schemas.microsoft.com/office/drawing/2014/main" id="{726F36C0-4E6A-4A10-960D-11D78D044478}"/>
              </a:ext>
            </a:extLst>
          </p:cNvPr>
          <p:cNvSpPr>
            <a:spLocks noGrp="1"/>
          </p:cNvSpPr>
          <p:nvPr>
            <p:ph type="body" sz="quarter" idx="26" hasCustomPrompt="1"/>
          </p:nvPr>
        </p:nvSpPr>
        <p:spPr>
          <a:xfrm>
            <a:off x="5921828" y="4998532"/>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21" name="Date Placeholder 6">
            <a:extLst>
              <a:ext uri="{FF2B5EF4-FFF2-40B4-BE49-F238E27FC236}">
                <a16:creationId xmlns:a16="http://schemas.microsoft.com/office/drawing/2014/main" id="{71F34533-9677-48AF-9374-976825F4BB7E}"/>
              </a:ext>
            </a:extLst>
          </p:cNvPr>
          <p:cNvSpPr>
            <a:spLocks noGrp="1"/>
          </p:cNvSpPr>
          <p:nvPr>
            <p:ph type="dt" sz="half" idx="10"/>
          </p:nvPr>
        </p:nvSpPr>
        <p:spPr>
          <a:xfrm>
            <a:off x="838200" y="6356350"/>
            <a:ext cx="2743200" cy="365125"/>
          </a:xfrm>
        </p:spPr>
        <p:txBody>
          <a:bodyPr/>
          <a:lstStyle>
            <a:lvl1pPr>
              <a:defRPr sz="900"/>
            </a:lvl1pPr>
          </a:lstStyle>
          <a:p>
            <a:r>
              <a:rPr lang="en-US" dirty="0"/>
              <a:t>20XX</a:t>
            </a:r>
          </a:p>
        </p:txBody>
      </p:sp>
      <p:sp>
        <p:nvSpPr>
          <p:cNvPr id="22" name="Footer Placeholder 7">
            <a:extLst>
              <a:ext uri="{FF2B5EF4-FFF2-40B4-BE49-F238E27FC236}">
                <a16:creationId xmlns:a16="http://schemas.microsoft.com/office/drawing/2014/main" id="{4FAB8A26-B99E-4F96-8327-A932A14F2C03}"/>
              </a:ext>
            </a:extLst>
          </p:cNvPr>
          <p:cNvSpPr>
            <a:spLocks noGrp="1"/>
          </p:cNvSpPr>
          <p:nvPr>
            <p:ph type="ftr" sz="quarter" idx="11"/>
          </p:nvPr>
        </p:nvSpPr>
        <p:spPr>
          <a:xfrm>
            <a:off x="4038600" y="6356350"/>
            <a:ext cx="4114800" cy="365125"/>
          </a:xfrm>
        </p:spPr>
        <p:txBody>
          <a:bodyPr/>
          <a:lstStyle>
            <a:lvl1pPr>
              <a:defRPr sz="900"/>
            </a:lvl1pPr>
          </a:lstStyle>
          <a:p>
            <a:r>
              <a:rPr lang="en-US" dirty="0"/>
              <a:t>Pitch Deck</a:t>
            </a:r>
          </a:p>
        </p:txBody>
      </p:sp>
      <p:sp>
        <p:nvSpPr>
          <p:cNvPr id="24" name="Slide Number Placeholder 8">
            <a:extLst>
              <a:ext uri="{FF2B5EF4-FFF2-40B4-BE49-F238E27FC236}">
                <a16:creationId xmlns:a16="http://schemas.microsoft.com/office/drawing/2014/main" id="{EB0962D2-BCC3-48AB-A769-2A7327D29191}"/>
              </a:ext>
            </a:extLst>
          </p:cNvPr>
          <p:cNvSpPr>
            <a:spLocks noGrp="1"/>
          </p:cNvSpPr>
          <p:nvPr>
            <p:ph type="sldNum" sz="quarter" idx="12"/>
          </p:nvPr>
        </p:nvSpPr>
        <p:spPr>
          <a:xfrm>
            <a:off x="8610600" y="6356350"/>
            <a:ext cx="2743200" cy="365125"/>
          </a:xfrm>
        </p:spPr>
        <p:txBody>
          <a:bodyPr/>
          <a:lstStyle>
            <a:lvl1pPr>
              <a:defRPr sz="900"/>
            </a:lvl1pPr>
          </a:lstStyle>
          <a:p>
            <a:fld id="{B5CEABB6-07DC-46E8-9B57-56EC44A396E5}" type="slidenum">
              <a:rPr lang="en-US" smtClean="0"/>
              <a:t>‹#›</a:t>
            </a:fld>
            <a:endParaRPr lang="en-US" dirty="0"/>
          </a:p>
        </p:txBody>
      </p:sp>
    </p:spTree>
    <p:extLst>
      <p:ext uri="{BB962C8B-B14F-4D97-AF65-F5344CB8AC3E}">
        <p14:creationId xmlns:p14="http://schemas.microsoft.com/office/powerpoint/2010/main" val="2376933483"/>
      </p:ext>
    </p:extLst>
  </p:cSld>
  <p:clrMapOvr>
    <a:masterClrMapping/>
  </p:clrMapOvr>
  <p:extLst>
    <p:ext uri="{DCECCB84-F9BA-43D5-87BE-67443E8EF086}">
      <p15:sldGuideLst xmlns:p15="http://schemas.microsoft.com/office/powerpoint/2012/main">
        <p15:guide id="1" pos="300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meline 2">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7D46070C-E825-43D0-99F4-8B4614131131}"/>
              </a:ext>
            </a:extLst>
          </p:cNvPr>
          <p:cNvSpPr/>
          <p:nvPr userDrawn="1"/>
        </p:nvSpPr>
        <p:spPr>
          <a:xfrm>
            <a:off x="0" y="3057683"/>
            <a:ext cx="12191998" cy="201019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lumMod val="75000"/>
                  <a:lumOff val="25000"/>
                </a:schemeClr>
              </a:solidFill>
            </a:endParaRPr>
          </a:p>
        </p:txBody>
      </p:sp>
      <p:sp>
        <p:nvSpPr>
          <p:cNvPr id="2" name="Title 1">
            <a:extLst>
              <a:ext uri="{FF2B5EF4-FFF2-40B4-BE49-F238E27FC236}">
                <a16:creationId xmlns:a16="http://schemas.microsoft.com/office/drawing/2014/main" id="{A1F8C642-49FB-4E16-A3A0-B2ACBEABFFD6}"/>
              </a:ext>
            </a:extLst>
          </p:cNvPr>
          <p:cNvSpPr>
            <a:spLocks noGrp="1"/>
          </p:cNvSpPr>
          <p:nvPr>
            <p:ph type="title" hasCustomPrompt="1"/>
          </p:nvPr>
        </p:nvSpPr>
        <p:spPr/>
        <p:txBody>
          <a:bodyPr>
            <a:normAutofit/>
          </a:bodyPr>
          <a:lstStyle>
            <a:lvl1pPr algn="l">
              <a:defRPr lang="en-US" sz="2800" kern="1200" spc="150" baseline="0" dirty="0">
                <a:solidFill>
                  <a:schemeClr val="tx1">
                    <a:lumMod val="75000"/>
                    <a:lumOff val="25000"/>
                  </a:schemeClr>
                </a:solidFill>
                <a:latin typeface="+mj-lt"/>
                <a:ea typeface="+mj-ea"/>
                <a:cs typeface="+mj-cs"/>
              </a:defRPr>
            </a:lvl1pPr>
          </a:lstStyle>
          <a:p>
            <a:r>
              <a:rPr lang="en-US" noProof="0" dirty="0"/>
              <a:t>CLICK TO EDIT MASTER TITLE STYLE</a:t>
            </a:r>
          </a:p>
        </p:txBody>
      </p:sp>
      <p:sp>
        <p:nvSpPr>
          <p:cNvPr id="6" name="Text Placeholder 10">
            <a:extLst>
              <a:ext uri="{FF2B5EF4-FFF2-40B4-BE49-F238E27FC236}">
                <a16:creationId xmlns:a16="http://schemas.microsoft.com/office/drawing/2014/main" id="{E4E92FC5-6FC2-45C2-9200-3244F9EA69A0}"/>
              </a:ext>
            </a:extLst>
          </p:cNvPr>
          <p:cNvSpPr>
            <a:spLocks noGrp="1"/>
          </p:cNvSpPr>
          <p:nvPr>
            <p:ph type="body" sz="quarter" idx="33" hasCustomPrompt="1"/>
          </p:nvPr>
        </p:nvSpPr>
        <p:spPr>
          <a:xfrm>
            <a:off x="914399" y="3354712"/>
            <a:ext cx="731520" cy="457200"/>
          </a:xfrm>
        </p:spPr>
        <p:txBody>
          <a:bodyPr anchor="ctr"/>
          <a:lstStyle>
            <a:lvl1pPr marL="0" indent="0" algn="l">
              <a:buNone/>
              <a:defRPr sz="1400" b="1">
                <a:solidFill>
                  <a:schemeClr val="tx1">
                    <a:lumMod val="75000"/>
                    <a:lumOff val="25000"/>
                  </a:schemeClr>
                </a:solidFill>
                <a:latin typeface="+mj-lt"/>
              </a:defRPr>
            </a:lvl1pPr>
          </a:lstStyle>
          <a:p>
            <a:pPr lvl="0"/>
            <a:r>
              <a:rPr lang="en-US" noProof="0" dirty="0"/>
              <a:t>Year</a:t>
            </a:r>
          </a:p>
        </p:txBody>
      </p:sp>
      <p:sp>
        <p:nvSpPr>
          <p:cNvPr id="7" name="Text Placeholder 10">
            <a:extLst>
              <a:ext uri="{FF2B5EF4-FFF2-40B4-BE49-F238E27FC236}">
                <a16:creationId xmlns:a16="http://schemas.microsoft.com/office/drawing/2014/main" id="{4D75C136-D6C3-4431-8776-997070627AAB}"/>
              </a:ext>
            </a:extLst>
          </p:cNvPr>
          <p:cNvSpPr>
            <a:spLocks noGrp="1"/>
          </p:cNvSpPr>
          <p:nvPr>
            <p:ph type="body" sz="quarter" idx="34" hasCustomPrompt="1"/>
          </p:nvPr>
        </p:nvSpPr>
        <p:spPr>
          <a:xfrm>
            <a:off x="196596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8" name="Text Placeholder 10">
            <a:extLst>
              <a:ext uri="{FF2B5EF4-FFF2-40B4-BE49-F238E27FC236}">
                <a16:creationId xmlns:a16="http://schemas.microsoft.com/office/drawing/2014/main" id="{FD15D323-BFE3-4ACE-9A2E-C9EB69458B12}"/>
              </a:ext>
            </a:extLst>
          </p:cNvPr>
          <p:cNvSpPr>
            <a:spLocks noGrp="1"/>
          </p:cNvSpPr>
          <p:nvPr>
            <p:ph type="body" sz="quarter" idx="35" hasCustomPrompt="1"/>
          </p:nvPr>
        </p:nvSpPr>
        <p:spPr>
          <a:xfrm>
            <a:off x="275388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9" name="Text Placeholder 10">
            <a:extLst>
              <a:ext uri="{FF2B5EF4-FFF2-40B4-BE49-F238E27FC236}">
                <a16:creationId xmlns:a16="http://schemas.microsoft.com/office/drawing/2014/main" id="{3B520767-B49F-4503-8120-B66E411F33E4}"/>
              </a:ext>
            </a:extLst>
          </p:cNvPr>
          <p:cNvSpPr>
            <a:spLocks noGrp="1"/>
          </p:cNvSpPr>
          <p:nvPr>
            <p:ph type="body" sz="quarter" idx="36" hasCustomPrompt="1"/>
          </p:nvPr>
        </p:nvSpPr>
        <p:spPr>
          <a:xfrm>
            <a:off x="354180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10" name="Text Placeholder 10">
            <a:extLst>
              <a:ext uri="{FF2B5EF4-FFF2-40B4-BE49-F238E27FC236}">
                <a16:creationId xmlns:a16="http://schemas.microsoft.com/office/drawing/2014/main" id="{30C2F5A0-E03E-4C89-B9EB-8D48889F5F91}"/>
              </a:ext>
            </a:extLst>
          </p:cNvPr>
          <p:cNvSpPr>
            <a:spLocks noGrp="1"/>
          </p:cNvSpPr>
          <p:nvPr>
            <p:ph type="body" sz="quarter" idx="37" hasCustomPrompt="1"/>
          </p:nvPr>
        </p:nvSpPr>
        <p:spPr>
          <a:xfrm>
            <a:off x="432972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11" name="Text Placeholder 10">
            <a:extLst>
              <a:ext uri="{FF2B5EF4-FFF2-40B4-BE49-F238E27FC236}">
                <a16:creationId xmlns:a16="http://schemas.microsoft.com/office/drawing/2014/main" id="{AB3645A3-D681-45BF-B195-452D000802CA}"/>
              </a:ext>
            </a:extLst>
          </p:cNvPr>
          <p:cNvSpPr>
            <a:spLocks noGrp="1"/>
          </p:cNvSpPr>
          <p:nvPr>
            <p:ph type="body" sz="quarter" idx="38" hasCustomPrompt="1"/>
          </p:nvPr>
        </p:nvSpPr>
        <p:spPr>
          <a:xfrm>
            <a:off x="914400" y="4292468"/>
            <a:ext cx="731520" cy="457200"/>
          </a:xfrm>
        </p:spPr>
        <p:txBody>
          <a:bodyPr anchor="ctr"/>
          <a:lstStyle>
            <a:lvl1pPr marL="0" indent="0" algn="l">
              <a:buNone/>
              <a:defRPr sz="1400" b="1">
                <a:solidFill>
                  <a:schemeClr val="tx1">
                    <a:lumMod val="75000"/>
                    <a:lumOff val="25000"/>
                  </a:schemeClr>
                </a:solidFill>
                <a:latin typeface="+mj-lt"/>
              </a:defRPr>
            </a:lvl1pPr>
          </a:lstStyle>
          <a:p>
            <a:pPr lvl="0"/>
            <a:r>
              <a:rPr lang="en-US" noProof="0" dirty="0"/>
              <a:t>Year</a:t>
            </a:r>
          </a:p>
        </p:txBody>
      </p:sp>
      <p:sp>
        <p:nvSpPr>
          <p:cNvPr id="12" name="Text Placeholder 10">
            <a:extLst>
              <a:ext uri="{FF2B5EF4-FFF2-40B4-BE49-F238E27FC236}">
                <a16:creationId xmlns:a16="http://schemas.microsoft.com/office/drawing/2014/main" id="{59D3CBFE-13C8-4DB1-A831-9393264923E7}"/>
              </a:ext>
            </a:extLst>
          </p:cNvPr>
          <p:cNvSpPr>
            <a:spLocks noGrp="1"/>
          </p:cNvSpPr>
          <p:nvPr>
            <p:ph type="body" sz="quarter" idx="39" hasCustomPrompt="1"/>
          </p:nvPr>
        </p:nvSpPr>
        <p:spPr>
          <a:xfrm>
            <a:off x="511764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13" name="Text Placeholder 10">
            <a:extLst>
              <a:ext uri="{FF2B5EF4-FFF2-40B4-BE49-F238E27FC236}">
                <a16:creationId xmlns:a16="http://schemas.microsoft.com/office/drawing/2014/main" id="{82385A0A-C61D-4BBD-AC77-D7642F895E22}"/>
              </a:ext>
            </a:extLst>
          </p:cNvPr>
          <p:cNvSpPr>
            <a:spLocks noGrp="1"/>
          </p:cNvSpPr>
          <p:nvPr>
            <p:ph type="body" sz="quarter" idx="40" hasCustomPrompt="1"/>
          </p:nvPr>
        </p:nvSpPr>
        <p:spPr>
          <a:xfrm>
            <a:off x="590556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14" name="Text Placeholder 10">
            <a:extLst>
              <a:ext uri="{FF2B5EF4-FFF2-40B4-BE49-F238E27FC236}">
                <a16:creationId xmlns:a16="http://schemas.microsoft.com/office/drawing/2014/main" id="{FED89FCE-7507-4C8C-923F-922290589466}"/>
              </a:ext>
            </a:extLst>
          </p:cNvPr>
          <p:cNvSpPr>
            <a:spLocks noGrp="1"/>
          </p:cNvSpPr>
          <p:nvPr>
            <p:ph type="body" sz="quarter" idx="41" hasCustomPrompt="1"/>
          </p:nvPr>
        </p:nvSpPr>
        <p:spPr>
          <a:xfrm>
            <a:off x="669348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15" name="Text Placeholder 10">
            <a:extLst>
              <a:ext uri="{FF2B5EF4-FFF2-40B4-BE49-F238E27FC236}">
                <a16:creationId xmlns:a16="http://schemas.microsoft.com/office/drawing/2014/main" id="{F2F73935-BF53-4510-8B8F-EDB1CD56A1BB}"/>
              </a:ext>
            </a:extLst>
          </p:cNvPr>
          <p:cNvSpPr>
            <a:spLocks noGrp="1"/>
          </p:cNvSpPr>
          <p:nvPr>
            <p:ph type="body" sz="quarter" idx="42" hasCustomPrompt="1"/>
          </p:nvPr>
        </p:nvSpPr>
        <p:spPr>
          <a:xfrm>
            <a:off x="905724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16" name="Text Placeholder 10">
            <a:extLst>
              <a:ext uri="{FF2B5EF4-FFF2-40B4-BE49-F238E27FC236}">
                <a16:creationId xmlns:a16="http://schemas.microsoft.com/office/drawing/2014/main" id="{2A9276DB-F427-4F8E-8E4C-466600F390FD}"/>
              </a:ext>
            </a:extLst>
          </p:cNvPr>
          <p:cNvSpPr>
            <a:spLocks noGrp="1"/>
          </p:cNvSpPr>
          <p:nvPr>
            <p:ph type="body" sz="quarter" idx="43" hasCustomPrompt="1"/>
          </p:nvPr>
        </p:nvSpPr>
        <p:spPr>
          <a:xfrm>
            <a:off x="748140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17" name="Text Placeholder 10">
            <a:extLst>
              <a:ext uri="{FF2B5EF4-FFF2-40B4-BE49-F238E27FC236}">
                <a16:creationId xmlns:a16="http://schemas.microsoft.com/office/drawing/2014/main" id="{79023948-0C1E-4DAB-B885-1C713409AA08}"/>
              </a:ext>
            </a:extLst>
          </p:cNvPr>
          <p:cNvSpPr>
            <a:spLocks noGrp="1"/>
          </p:cNvSpPr>
          <p:nvPr>
            <p:ph type="body" sz="quarter" idx="44" hasCustomPrompt="1"/>
          </p:nvPr>
        </p:nvSpPr>
        <p:spPr>
          <a:xfrm>
            <a:off x="826932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18" name="Text Placeholder 10">
            <a:extLst>
              <a:ext uri="{FF2B5EF4-FFF2-40B4-BE49-F238E27FC236}">
                <a16:creationId xmlns:a16="http://schemas.microsoft.com/office/drawing/2014/main" id="{4AB6A03C-6180-41ED-A88D-ECBB80D160F2}"/>
              </a:ext>
            </a:extLst>
          </p:cNvPr>
          <p:cNvSpPr>
            <a:spLocks noGrp="1"/>
          </p:cNvSpPr>
          <p:nvPr>
            <p:ph type="body" sz="quarter" idx="45" hasCustomPrompt="1"/>
          </p:nvPr>
        </p:nvSpPr>
        <p:spPr>
          <a:xfrm>
            <a:off x="984516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19" name="Text Placeholder 10">
            <a:extLst>
              <a:ext uri="{FF2B5EF4-FFF2-40B4-BE49-F238E27FC236}">
                <a16:creationId xmlns:a16="http://schemas.microsoft.com/office/drawing/2014/main" id="{145AD645-55F0-41A9-AC53-ED30BF1340BA}"/>
              </a:ext>
            </a:extLst>
          </p:cNvPr>
          <p:cNvSpPr>
            <a:spLocks noGrp="1"/>
          </p:cNvSpPr>
          <p:nvPr>
            <p:ph type="body" sz="quarter" idx="46" hasCustomPrompt="1"/>
          </p:nvPr>
        </p:nvSpPr>
        <p:spPr>
          <a:xfrm>
            <a:off x="10633085"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0" name="Text Placeholder 10">
            <a:extLst>
              <a:ext uri="{FF2B5EF4-FFF2-40B4-BE49-F238E27FC236}">
                <a16:creationId xmlns:a16="http://schemas.microsoft.com/office/drawing/2014/main" id="{C39F248D-01B4-40EE-B483-E8E81806DFBE}"/>
              </a:ext>
            </a:extLst>
          </p:cNvPr>
          <p:cNvSpPr>
            <a:spLocks noGrp="1"/>
          </p:cNvSpPr>
          <p:nvPr>
            <p:ph type="body" sz="quarter" idx="47" hasCustomPrompt="1"/>
          </p:nvPr>
        </p:nvSpPr>
        <p:spPr>
          <a:xfrm>
            <a:off x="1969915"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1" name="Text Placeholder 10">
            <a:extLst>
              <a:ext uri="{FF2B5EF4-FFF2-40B4-BE49-F238E27FC236}">
                <a16:creationId xmlns:a16="http://schemas.microsoft.com/office/drawing/2014/main" id="{1D0F1859-7A34-42DF-873E-2CF864E4C4BE}"/>
              </a:ext>
            </a:extLst>
          </p:cNvPr>
          <p:cNvSpPr>
            <a:spLocks noGrp="1"/>
          </p:cNvSpPr>
          <p:nvPr>
            <p:ph type="body" sz="quarter" idx="48" hasCustomPrompt="1"/>
          </p:nvPr>
        </p:nvSpPr>
        <p:spPr>
          <a:xfrm>
            <a:off x="2757602"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2" name="Text Placeholder 10">
            <a:extLst>
              <a:ext uri="{FF2B5EF4-FFF2-40B4-BE49-F238E27FC236}">
                <a16:creationId xmlns:a16="http://schemas.microsoft.com/office/drawing/2014/main" id="{6EB397AF-B5C1-40FE-86D4-BA660E4C6E46}"/>
              </a:ext>
            </a:extLst>
          </p:cNvPr>
          <p:cNvSpPr>
            <a:spLocks noGrp="1"/>
          </p:cNvSpPr>
          <p:nvPr>
            <p:ph type="body" sz="quarter" idx="49" hasCustomPrompt="1"/>
          </p:nvPr>
        </p:nvSpPr>
        <p:spPr>
          <a:xfrm>
            <a:off x="3545289"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3" name="Text Placeholder 10">
            <a:extLst>
              <a:ext uri="{FF2B5EF4-FFF2-40B4-BE49-F238E27FC236}">
                <a16:creationId xmlns:a16="http://schemas.microsoft.com/office/drawing/2014/main" id="{AF1343D5-DC0F-4C7E-967F-CFC300A2C807}"/>
              </a:ext>
            </a:extLst>
          </p:cNvPr>
          <p:cNvSpPr>
            <a:spLocks noGrp="1"/>
          </p:cNvSpPr>
          <p:nvPr>
            <p:ph type="body" sz="quarter" idx="50" hasCustomPrompt="1"/>
          </p:nvPr>
        </p:nvSpPr>
        <p:spPr>
          <a:xfrm>
            <a:off x="4332976"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4" name="Text Placeholder 10">
            <a:extLst>
              <a:ext uri="{FF2B5EF4-FFF2-40B4-BE49-F238E27FC236}">
                <a16:creationId xmlns:a16="http://schemas.microsoft.com/office/drawing/2014/main" id="{9AD688A5-D2DF-4FC3-8171-FAEA8C4F5566}"/>
              </a:ext>
            </a:extLst>
          </p:cNvPr>
          <p:cNvSpPr>
            <a:spLocks noGrp="1"/>
          </p:cNvSpPr>
          <p:nvPr>
            <p:ph type="body" sz="quarter" idx="51" hasCustomPrompt="1"/>
          </p:nvPr>
        </p:nvSpPr>
        <p:spPr>
          <a:xfrm>
            <a:off x="5120663"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5" name="Text Placeholder 10">
            <a:extLst>
              <a:ext uri="{FF2B5EF4-FFF2-40B4-BE49-F238E27FC236}">
                <a16:creationId xmlns:a16="http://schemas.microsoft.com/office/drawing/2014/main" id="{EA05A5D4-01B0-4932-B03E-571986E282EA}"/>
              </a:ext>
            </a:extLst>
          </p:cNvPr>
          <p:cNvSpPr>
            <a:spLocks noGrp="1"/>
          </p:cNvSpPr>
          <p:nvPr>
            <p:ph type="body" sz="quarter" idx="52" hasCustomPrompt="1"/>
          </p:nvPr>
        </p:nvSpPr>
        <p:spPr>
          <a:xfrm>
            <a:off x="5908350"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6" name="Text Placeholder 10">
            <a:extLst>
              <a:ext uri="{FF2B5EF4-FFF2-40B4-BE49-F238E27FC236}">
                <a16:creationId xmlns:a16="http://schemas.microsoft.com/office/drawing/2014/main" id="{72A84601-CD4F-49ED-8D51-CEF032363058}"/>
              </a:ext>
            </a:extLst>
          </p:cNvPr>
          <p:cNvSpPr>
            <a:spLocks noGrp="1"/>
          </p:cNvSpPr>
          <p:nvPr>
            <p:ph type="body" sz="quarter" idx="53" hasCustomPrompt="1"/>
          </p:nvPr>
        </p:nvSpPr>
        <p:spPr>
          <a:xfrm>
            <a:off x="6696037"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7" name="Text Placeholder 10">
            <a:extLst>
              <a:ext uri="{FF2B5EF4-FFF2-40B4-BE49-F238E27FC236}">
                <a16:creationId xmlns:a16="http://schemas.microsoft.com/office/drawing/2014/main" id="{C49FB196-753D-4A12-9460-57D8AB4B540B}"/>
              </a:ext>
            </a:extLst>
          </p:cNvPr>
          <p:cNvSpPr>
            <a:spLocks noGrp="1"/>
          </p:cNvSpPr>
          <p:nvPr>
            <p:ph type="body" sz="quarter" idx="54" hasCustomPrompt="1"/>
          </p:nvPr>
        </p:nvSpPr>
        <p:spPr>
          <a:xfrm>
            <a:off x="9059098"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8" name="Text Placeholder 10">
            <a:extLst>
              <a:ext uri="{FF2B5EF4-FFF2-40B4-BE49-F238E27FC236}">
                <a16:creationId xmlns:a16="http://schemas.microsoft.com/office/drawing/2014/main" id="{DFC05EC7-9D6C-486B-9E2F-D3612013C0A1}"/>
              </a:ext>
            </a:extLst>
          </p:cNvPr>
          <p:cNvSpPr>
            <a:spLocks noGrp="1"/>
          </p:cNvSpPr>
          <p:nvPr>
            <p:ph type="body" sz="quarter" idx="55" hasCustomPrompt="1"/>
          </p:nvPr>
        </p:nvSpPr>
        <p:spPr>
          <a:xfrm>
            <a:off x="7483724"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9" name="Text Placeholder 10">
            <a:extLst>
              <a:ext uri="{FF2B5EF4-FFF2-40B4-BE49-F238E27FC236}">
                <a16:creationId xmlns:a16="http://schemas.microsoft.com/office/drawing/2014/main" id="{98F455FB-241B-4E1F-B581-FA6CBA239545}"/>
              </a:ext>
            </a:extLst>
          </p:cNvPr>
          <p:cNvSpPr>
            <a:spLocks noGrp="1"/>
          </p:cNvSpPr>
          <p:nvPr>
            <p:ph type="body" sz="quarter" idx="56" hasCustomPrompt="1"/>
          </p:nvPr>
        </p:nvSpPr>
        <p:spPr>
          <a:xfrm>
            <a:off x="8271411"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30" name="Text Placeholder 10">
            <a:extLst>
              <a:ext uri="{FF2B5EF4-FFF2-40B4-BE49-F238E27FC236}">
                <a16:creationId xmlns:a16="http://schemas.microsoft.com/office/drawing/2014/main" id="{9E38664A-8108-4E24-800B-3C32ADA43978}"/>
              </a:ext>
            </a:extLst>
          </p:cNvPr>
          <p:cNvSpPr>
            <a:spLocks noGrp="1"/>
          </p:cNvSpPr>
          <p:nvPr>
            <p:ph type="body" sz="quarter" idx="57" hasCustomPrompt="1"/>
          </p:nvPr>
        </p:nvSpPr>
        <p:spPr>
          <a:xfrm>
            <a:off x="9846785"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31" name="Text Placeholder 10">
            <a:extLst>
              <a:ext uri="{FF2B5EF4-FFF2-40B4-BE49-F238E27FC236}">
                <a16:creationId xmlns:a16="http://schemas.microsoft.com/office/drawing/2014/main" id="{2908458B-A3ED-4855-9E08-108D7C4A8D36}"/>
              </a:ext>
            </a:extLst>
          </p:cNvPr>
          <p:cNvSpPr>
            <a:spLocks noGrp="1"/>
          </p:cNvSpPr>
          <p:nvPr>
            <p:ph type="body" sz="quarter" idx="58" hasCustomPrompt="1"/>
          </p:nvPr>
        </p:nvSpPr>
        <p:spPr>
          <a:xfrm>
            <a:off x="10634472"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32" name="Rectangle 31">
            <a:extLst>
              <a:ext uri="{FF2B5EF4-FFF2-40B4-BE49-F238E27FC236}">
                <a16:creationId xmlns:a16="http://schemas.microsoft.com/office/drawing/2014/main" id="{FFA35437-CCDE-4D92-B879-F23B329C8EC3}"/>
              </a:ext>
            </a:extLst>
          </p:cNvPr>
          <p:cNvSpPr/>
          <p:nvPr userDrawn="1"/>
        </p:nvSpPr>
        <p:spPr>
          <a:xfrm>
            <a:off x="929640" y="4034785"/>
            <a:ext cx="10332720" cy="45719"/>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lumMod val="75000"/>
                  <a:lumOff val="25000"/>
                </a:schemeClr>
              </a:solidFill>
            </a:endParaRPr>
          </a:p>
        </p:txBody>
      </p:sp>
      <p:sp>
        <p:nvSpPr>
          <p:cNvPr id="36" name="Date Placeholder 2">
            <a:extLst>
              <a:ext uri="{FF2B5EF4-FFF2-40B4-BE49-F238E27FC236}">
                <a16:creationId xmlns:a16="http://schemas.microsoft.com/office/drawing/2014/main" id="{1CDC588F-73BC-4108-974B-0EAAB8213CE0}"/>
              </a:ext>
            </a:extLst>
          </p:cNvPr>
          <p:cNvSpPr>
            <a:spLocks noGrp="1"/>
          </p:cNvSpPr>
          <p:nvPr>
            <p:ph type="dt" sz="half" idx="10"/>
          </p:nvPr>
        </p:nvSpPr>
        <p:spPr>
          <a:xfrm>
            <a:off x="838200" y="6356350"/>
            <a:ext cx="2743200" cy="365125"/>
          </a:xfrm>
        </p:spPr>
        <p:txBody>
          <a:bodyPr/>
          <a:lstStyle>
            <a:lvl1pPr>
              <a:defRPr sz="900"/>
            </a:lvl1pPr>
          </a:lstStyle>
          <a:p>
            <a:r>
              <a:rPr lang="en-US" noProof="0" dirty="0"/>
              <a:t>20XX</a:t>
            </a:r>
          </a:p>
        </p:txBody>
      </p:sp>
      <p:sp>
        <p:nvSpPr>
          <p:cNvPr id="37" name="Footer Placeholder 3">
            <a:extLst>
              <a:ext uri="{FF2B5EF4-FFF2-40B4-BE49-F238E27FC236}">
                <a16:creationId xmlns:a16="http://schemas.microsoft.com/office/drawing/2014/main" id="{B2AC1EB2-9B8F-4077-8B66-64F9549F2C99}"/>
              </a:ext>
            </a:extLst>
          </p:cNvPr>
          <p:cNvSpPr>
            <a:spLocks noGrp="1"/>
          </p:cNvSpPr>
          <p:nvPr>
            <p:ph type="ftr" sz="quarter" idx="11"/>
          </p:nvPr>
        </p:nvSpPr>
        <p:spPr>
          <a:xfrm>
            <a:off x="4038600" y="6356350"/>
            <a:ext cx="4114800" cy="365125"/>
          </a:xfrm>
        </p:spPr>
        <p:txBody>
          <a:bodyPr/>
          <a:lstStyle>
            <a:lvl1pPr>
              <a:defRPr sz="900"/>
            </a:lvl1pPr>
          </a:lstStyle>
          <a:p>
            <a:r>
              <a:rPr lang="en-US" noProof="0" dirty="0"/>
              <a:t>Pitch Deck</a:t>
            </a:r>
          </a:p>
        </p:txBody>
      </p:sp>
      <p:sp>
        <p:nvSpPr>
          <p:cNvPr id="38" name="Slide Number Placeholder 4">
            <a:extLst>
              <a:ext uri="{FF2B5EF4-FFF2-40B4-BE49-F238E27FC236}">
                <a16:creationId xmlns:a16="http://schemas.microsoft.com/office/drawing/2014/main" id="{28DE3E33-346A-45AF-B164-CB5DF04FAE6D}"/>
              </a:ext>
            </a:extLst>
          </p:cNvPr>
          <p:cNvSpPr>
            <a:spLocks noGrp="1"/>
          </p:cNvSpPr>
          <p:nvPr>
            <p:ph type="sldNum" sz="quarter" idx="12"/>
          </p:nvPr>
        </p:nvSpPr>
        <p:spPr>
          <a:xfrm>
            <a:off x="8610600" y="6356350"/>
            <a:ext cx="2743200" cy="365125"/>
          </a:xfrm>
        </p:spPr>
        <p:txBody>
          <a:bodyPr/>
          <a:lstStyle>
            <a:lvl1pPr>
              <a:defRPr sz="900"/>
            </a:lvl1pPr>
          </a:lstStyle>
          <a:p>
            <a:fld id="{B5CEABB6-07DC-46E8-9B57-56EC44A396E5}" type="slidenum">
              <a:rPr lang="en-US" noProof="0" smtClean="0"/>
              <a:t>‹#›</a:t>
            </a:fld>
            <a:endParaRPr lang="en-US" noProof="0" dirty="0"/>
          </a:p>
        </p:txBody>
      </p:sp>
    </p:spTree>
    <p:extLst>
      <p:ext uri="{BB962C8B-B14F-4D97-AF65-F5344CB8AC3E}">
        <p14:creationId xmlns:p14="http://schemas.microsoft.com/office/powerpoint/2010/main" val="205632346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Smart Ar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5C4E19-B78B-4E39-B661-7E6A2E6C5002}"/>
              </a:ext>
            </a:extLst>
          </p:cNvPr>
          <p:cNvSpPr>
            <a:spLocks noGrp="1"/>
          </p:cNvSpPr>
          <p:nvPr>
            <p:ph type="title" hasCustomPrompt="1"/>
          </p:nvPr>
        </p:nvSpPr>
        <p:spPr/>
        <p:txBody>
          <a:bodyPr>
            <a:normAutofit/>
          </a:bodyPr>
          <a:lstStyle>
            <a:lvl1pPr algn="ctr">
              <a:defRPr lang="en-US" sz="2800" kern="1200"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3" name="Date Placeholder 2">
            <a:extLst>
              <a:ext uri="{FF2B5EF4-FFF2-40B4-BE49-F238E27FC236}">
                <a16:creationId xmlns:a16="http://schemas.microsoft.com/office/drawing/2014/main" id="{7E085D26-FA83-4414-959E-98936A772670}"/>
              </a:ext>
            </a:extLst>
          </p:cNvPr>
          <p:cNvSpPr>
            <a:spLocks noGrp="1"/>
          </p:cNvSpPr>
          <p:nvPr>
            <p:ph type="dt" sz="half" idx="10"/>
          </p:nvPr>
        </p:nvSpPr>
        <p:spPr/>
        <p:txBody>
          <a:bodyPr/>
          <a:lstStyle>
            <a:lvl1pPr>
              <a:defRPr sz="900"/>
            </a:lvl1pPr>
          </a:lstStyle>
          <a:p>
            <a:r>
              <a:rPr lang="en-US" dirty="0"/>
              <a:t>20XX</a:t>
            </a:r>
          </a:p>
        </p:txBody>
      </p:sp>
      <p:sp>
        <p:nvSpPr>
          <p:cNvPr id="4" name="Footer Placeholder 3">
            <a:extLst>
              <a:ext uri="{FF2B5EF4-FFF2-40B4-BE49-F238E27FC236}">
                <a16:creationId xmlns:a16="http://schemas.microsoft.com/office/drawing/2014/main" id="{1FB52E93-DE4C-4341-8D83-F0230E38B1A1}"/>
              </a:ext>
            </a:extLst>
          </p:cNvPr>
          <p:cNvSpPr>
            <a:spLocks noGrp="1"/>
          </p:cNvSpPr>
          <p:nvPr>
            <p:ph type="ftr" sz="quarter" idx="11"/>
          </p:nvPr>
        </p:nvSpPr>
        <p:spPr/>
        <p:txBody>
          <a:bodyPr/>
          <a:lstStyle>
            <a:lvl1pPr>
              <a:defRPr sz="900"/>
            </a:lvl1pPr>
          </a:lstStyle>
          <a:p>
            <a:r>
              <a:rPr lang="en-US" dirty="0"/>
              <a:t>Pitch Deck</a:t>
            </a:r>
          </a:p>
        </p:txBody>
      </p:sp>
      <p:cxnSp>
        <p:nvCxnSpPr>
          <p:cNvPr id="10" name="Straight Connector 9">
            <a:extLst>
              <a:ext uri="{FF2B5EF4-FFF2-40B4-BE49-F238E27FC236}">
                <a16:creationId xmlns:a16="http://schemas.microsoft.com/office/drawing/2014/main" id="{66988B2D-0240-4256-8268-4B9FF1E72363}"/>
              </a:ext>
            </a:extLst>
          </p:cNvPr>
          <p:cNvCxnSpPr>
            <a:cxnSpLocks/>
          </p:cNvCxnSpPr>
          <p:nvPr/>
        </p:nvCxnSpPr>
        <p:spPr>
          <a:xfrm flipV="1">
            <a:off x="0" y="0"/>
            <a:ext cx="2590800" cy="762000"/>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D8EEAAE1-3D04-41C3-B2D2-B3BEF34C3B27}"/>
              </a:ext>
            </a:extLst>
          </p:cNvPr>
          <p:cNvCxnSpPr>
            <a:cxnSpLocks/>
          </p:cNvCxnSpPr>
          <p:nvPr/>
        </p:nvCxnSpPr>
        <p:spPr>
          <a:xfrm flipH="1">
            <a:off x="0" y="0"/>
            <a:ext cx="704850" cy="1027906"/>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5" name="Slide Number Placeholder 4">
            <a:extLst>
              <a:ext uri="{FF2B5EF4-FFF2-40B4-BE49-F238E27FC236}">
                <a16:creationId xmlns:a16="http://schemas.microsoft.com/office/drawing/2014/main" id="{AC467230-4A0F-4B18-8BA9-C3B2FDD59CB0}"/>
              </a:ext>
            </a:extLst>
          </p:cNvPr>
          <p:cNvSpPr>
            <a:spLocks noGrp="1"/>
          </p:cNvSpPr>
          <p:nvPr>
            <p:ph type="sldNum" sz="quarter" idx="12"/>
          </p:nvPr>
        </p:nvSpPr>
        <p:spPr/>
        <p:txBody>
          <a:bodyPr/>
          <a:lstStyle>
            <a:lvl1pPr>
              <a:defRPr sz="900"/>
            </a:lvl1pPr>
          </a:lstStyle>
          <a:p>
            <a:fld id="{B5CEABB6-07DC-46E8-9B57-56EC44A396E5}" type="slidenum">
              <a:rPr lang="en-US" smtClean="0"/>
              <a:t>‹#›</a:t>
            </a:fld>
            <a:endParaRPr lang="en-US" dirty="0"/>
          </a:p>
        </p:txBody>
      </p:sp>
      <p:sp>
        <p:nvSpPr>
          <p:cNvPr id="8" name="Content Placeholder 7">
            <a:extLst>
              <a:ext uri="{FF2B5EF4-FFF2-40B4-BE49-F238E27FC236}">
                <a16:creationId xmlns:a16="http://schemas.microsoft.com/office/drawing/2014/main" id="{F5756781-A599-0594-4502-A54BC85E87FF}"/>
              </a:ext>
            </a:extLst>
          </p:cNvPr>
          <p:cNvSpPr>
            <a:spLocks noGrp="1"/>
          </p:cNvSpPr>
          <p:nvPr>
            <p:ph sz="quarter" idx="16"/>
          </p:nvPr>
        </p:nvSpPr>
        <p:spPr>
          <a:xfrm>
            <a:off x="838199" y="2136775"/>
            <a:ext cx="10515599" cy="3697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3543133"/>
      </p:ext>
    </p:extLst>
  </p:cSld>
  <p:clrMapOvr>
    <a:overrideClrMapping bg1="lt1" tx1="dk1" bg2="lt2" tx2="dk2" accent1="accent1" accent2="accent2" accent3="accent3" accent4="accent4" accent5="accent5" accent6="accent6" hlink="hlink" folHlink="folHlink"/>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3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a:normAutofit/>
          </a:bodyPr>
          <a:lstStyle>
            <a:lvl1pPr algn="ctr">
              <a:defRPr lang="en-US" sz="2800" kern="1200"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11" name="Content Placeholder 10">
            <a:extLst>
              <a:ext uri="{FF2B5EF4-FFF2-40B4-BE49-F238E27FC236}">
                <a16:creationId xmlns:a16="http://schemas.microsoft.com/office/drawing/2014/main" id="{ADC2540D-94C4-405B-8607-0CEDD6F54B9C}"/>
              </a:ext>
            </a:extLst>
          </p:cNvPr>
          <p:cNvSpPr>
            <a:spLocks noGrp="1"/>
          </p:cNvSpPr>
          <p:nvPr>
            <p:ph sz="quarter" idx="21" hasCustomPrompt="1"/>
          </p:nvPr>
        </p:nvSpPr>
        <p:spPr>
          <a:xfrm>
            <a:off x="1075447" y="2370670"/>
            <a:ext cx="1856232" cy="1664208"/>
          </a:xfrm>
        </p:spPr>
        <p:txBody>
          <a:bodyPr>
            <a:noAutofit/>
          </a:bodyPr>
          <a:lstStyle>
            <a:lvl1pPr marL="0" indent="0" algn="ctr">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US" dirty="0"/>
              <a:t>Click to add content</a:t>
            </a:r>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838200" y="3788813"/>
            <a:ext cx="2330726" cy="804859"/>
          </a:xfrm>
        </p:spPr>
        <p:txBody>
          <a:bodyPr lIns="0" rIns="0" anchor="b">
            <a:noAutofit/>
          </a:bodyPr>
          <a:lstStyle>
            <a:lvl1pPr marL="0" indent="0" algn="ctr">
              <a:buNone/>
              <a:defRPr lang="en-US" sz="32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t>
            </a:r>
          </a:p>
        </p:txBody>
      </p:sp>
      <p:sp>
        <p:nvSpPr>
          <p:cNvPr id="17" name="Text Placeholder 2">
            <a:extLst>
              <a:ext uri="{FF2B5EF4-FFF2-40B4-BE49-F238E27FC236}">
                <a16:creationId xmlns:a16="http://schemas.microsoft.com/office/drawing/2014/main" id="{E43D2F47-FAF2-42C2-967D-251DD4B940D7}"/>
              </a:ext>
            </a:extLst>
          </p:cNvPr>
          <p:cNvSpPr>
            <a:spLocks noGrp="1"/>
          </p:cNvSpPr>
          <p:nvPr>
            <p:ph type="body" idx="17" hasCustomPrompt="1"/>
          </p:nvPr>
        </p:nvSpPr>
        <p:spPr>
          <a:xfrm>
            <a:off x="838200" y="4464810"/>
            <a:ext cx="2330726" cy="438505"/>
          </a:xfrm>
        </p:spPr>
        <p:txBody>
          <a:bodyPr lIns="0" rIns="0" anchor="b">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a:t>
            </a:r>
          </a:p>
        </p:txBody>
      </p:sp>
      <p:sp>
        <p:nvSpPr>
          <p:cNvPr id="4" name="Content Placeholder 3">
            <a:extLst>
              <a:ext uri="{FF2B5EF4-FFF2-40B4-BE49-F238E27FC236}">
                <a16:creationId xmlns:a16="http://schemas.microsoft.com/office/drawing/2014/main" id="{AC9B20CF-6B91-4562-B799-0ABDAEBC0D2A}"/>
              </a:ext>
            </a:extLst>
          </p:cNvPr>
          <p:cNvSpPr>
            <a:spLocks noGrp="1"/>
          </p:cNvSpPr>
          <p:nvPr>
            <p:ph sz="half" idx="2"/>
          </p:nvPr>
        </p:nvSpPr>
        <p:spPr>
          <a:xfrm>
            <a:off x="838200" y="5120722"/>
            <a:ext cx="2330726" cy="853167"/>
          </a:xfrm>
        </p:spPr>
        <p:txBody>
          <a:bodyPr lIns="0" rIns="0">
            <a:normAutofit/>
          </a:bodyPr>
          <a:lstStyle>
            <a:lvl1pPr marL="0" indent="0" algn="ctr">
              <a:lnSpc>
                <a:spcPct val="100000"/>
              </a:lnSpc>
              <a:buNone/>
              <a:defRPr sz="1400" spc="50" baseline="0">
                <a:solidFill>
                  <a:schemeClr val="tx1">
                    <a:lumMod val="75000"/>
                    <a:lumOff val="25000"/>
                  </a:schemeClr>
                </a:solidFill>
              </a:defRPr>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a:r>
              <a:rPr lang="en-US"/>
              <a:t>Click to edit Master text styles</a:t>
            </a:r>
          </a:p>
        </p:txBody>
      </p:sp>
      <p:sp>
        <p:nvSpPr>
          <p:cNvPr id="24" name="Content Placeholder 10">
            <a:extLst>
              <a:ext uri="{FF2B5EF4-FFF2-40B4-BE49-F238E27FC236}">
                <a16:creationId xmlns:a16="http://schemas.microsoft.com/office/drawing/2014/main" id="{11C6EC54-ADFA-4CFF-9E9B-DC7E96C854C2}"/>
              </a:ext>
            </a:extLst>
          </p:cNvPr>
          <p:cNvSpPr>
            <a:spLocks noGrp="1"/>
          </p:cNvSpPr>
          <p:nvPr>
            <p:ph sz="quarter" idx="22" hasCustomPrompt="1"/>
          </p:nvPr>
        </p:nvSpPr>
        <p:spPr>
          <a:xfrm>
            <a:off x="3805651" y="2370670"/>
            <a:ext cx="1856232" cy="1664208"/>
          </a:xfrm>
        </p:spPr>
        <p:txBody>
          <a:bodyPr>
            <a:noAutofit/>
          </a:bodyPr>
          <a:lstStyle>
            <a:lvl1pPr marL="0" indent="0" algn="ctr">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US" dirty="0"/>
              <a:t>Click to add content</a:t>
            </a:r>
          </a:p>
        </p:txBody>
      </p:sp>
      <p:sp>
        <p:nvSpPr>
          <p:cNvPr id="5" name="Text Placeholder 4">
            <a:extLst>
              <a:ext uri="{FF2B5EF4-FFF2-40B4-BE49-F238E27FC236}">
                <a16:creationId xmlns:a16="http://schemas.microsoft.com/office/drawing/2014/main" id="{B374FC39-67F6-42EA-BCD1-F69AE2F0F22D}"/>
              </a:ext>
            </a:extLst>
          </p:cNvPr>
          <p:cNvSpPr>
            <a:spLocks noGrp="1"/>
          </p:cNvSpPr>
          <p:nvPr>
            <p:ph type="body" sz="quarter" idx="3" hasCustomPrompt="1"/>
          </p:nvPr>
        </p:nvSpPr>
        <p:spPr>
          <a:xfrm>
            <a:off x="3562665" y="3788813"/>
            <a:ext cx="2342205" cy="804859"/>
          </a:xfrm>
        </p:spPr>
        <p:txBody>
          <a:bodyPr lIns="0" rIns="0" anchor="b">
            <a:noAutofit/>
          </a:bodyPr>
          <a:lstStyle>
            <a:lvl1pPr marL="0" indent="0" algn="ctr">
              <a:buNone/>
              <a:defRPr lang="en-US" sz="32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t>
            </a:r>
          </a:p>
        </p:txBody>
      </p:sp>
      <p:sp>
        <p:nvSpPr>
          <p:cNvPr id="18" name="Text Placeholder 4">
            <a:extLst>
              <a:ext uri="{FF2B5EF4-FFF2-40B4-BE49-F238E27FC236}">
                <a16:creationId xmlns:a16="http://schemas.microsoft.com/office/drawing/2014/main" id="{3322C250-87FC-4F14-A42C-FFDA120D0D64}"/>
              </a:ext>
            </a:extLst>
          </p:cNvPr>
          <p:cNvSpPr>
            <a:spLocks noGrp="1"/>
          </p:cNvSpPr>
          <p:nvPr>
            <p:ph type="body" sz="quarter" idx="18" hasCustomPrompt="1"/>
          </p:nvPr>
        </p:nvSpPr>
        <p:spPr>
          <a:xfrm>
            <a:off x="3562665" y="4464810"/>
            <a:ext cx="2342205" cy="438505"/>
          </a:xfrm>
        </p:spPr>
        <p:txBody>
          <a:bodyPr lIns="0" rIns="0" anchor="b">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000"/>
              </a:spcBef>
              <a:buFont typeface="Arial" panose="020B0604020202020204" pitchFamily="34" charset="0"/>
              <a:buNone/>
            </a:pPr>
            <a:r>
              <a:rPr lang="en-US" dirty="0"/>
              <a:t>CLICK TO EDIT</a:t>
            </a:r>
          </a:p>
        </p:txBody>
      </p:sp>
      <p:sp>
        <p:nvSpPr>
          <p:cNvPr id="6" name="Content Placeholder 5">
            <a:extLst>
              <a:ext uri="{FF2B5EF4-FFF2-40B4-BE49-F238E27FC236}">
                <a16:creationId xmlns:a16="http://schemas.microsoft.com/office/drawing/2014/main" id="{B36EE64B-44BF-4634-97BC-5ED74C6DF280}"/>
              </a:ext>
            </a:extLst>
          </p:cNvPr>
          <p:cNvSpPr>
            <a:spLocks noGrp="1"/>
          </p:cNvSpPr>
          <p:nvPr>
            <p:ph sz="quarter" idx="4"/>
          </p:nvPr>
        </p:nvSpPr>
        <p:spPr>
          <a:xfrm>
            <a:off x="3562665" y="5120722"/>
            <a:ext cx="2342205" cy="853167"/>
          </a:xfrm>
        </p:spPr>
        <p:txBody>
          <a:bodyPr lIns="0" rIns="0">
            <a:normAutofit/>
          </a:bodyPr>
          <a:lstStyle>
            <a:lvl1pPr marL="0" indent="0" algn="ctr">
              <a:lnSpc>
                <a:spcPct val="100000"/>
              </a:lnSpc>
              <a:buNone/>
              <a:defRPr sz="1400" spc="50" baseline="0">
                <a:solidFill>
                  <a:schemeClr val="tx1">
                    <a:lumMod val="75000"/>
                    <a:lumOff val="25000"/>
                  </a:schemeClr>
                </a:solidFill>
              </a:defRPr>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a:r>
              <a:rPr lang="en-US"/>
              <a:t>Click to edit Master text styles</a:t>
            </a:r>
          </a:p>
        </p:txBody>
      </p:sp>
      <p:sp>
        <p:nvSpPr>
          <p:cNvPr id="25" name="Content Placeholder 10">
            <a:extLst>
              <a:ext uri="{FF2B5EF4-FFF2-40B4-BE49-F238E27FC236}">
                <a16:creationId xmlns:a16="http://schemas.microsoft.com/office/drawing/2014/main" id="{1B6DD41C-FCE2-4AC6-A235-2FF1B905DAAD}"/>
              </a:ext>
            </a:extLst>
          </p:cNvPr>
          <p:cNvSpPr>
            <a:spLocks noGrp="1"/>
          </p:cNvSpPr>
          <p:nvPr>
            <p:ph sz="quarter" idx="23" hasCustomPrompt="1"/>
          </p:nvPr>
        </p:nvSpPr>
        <p:spPr>
          <a:xfrm>
            <a:off x="6530117" y="2370670"/>
            <a:ext cx="1856232" cy="1664208"/>
          </a:xfrm>
        </p:spPr>
        <p:txBody>
          <a:bodyPr>
            <a:noAutofit/>
          </a:bodyPr>
          <a:lstStyle>
            <a:lvl1pPr marL="0" indent="0" algn="ctr">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US" dirty="0"/>
              <a:t>Click to add content</a:t>
            </a:r>
          </a:p>
        </p:txBody>
      </p:sp>
      <p:sp>
        <p:nvSpPr>
          <p:cNvPr id="21" name="Text Placeholder 2">
            <a:extLst>
              <a:ext uri="{FF2B5EF4-FFF2-40B4-BE49-F238E27FC236}">
                <a16:creationId xmlns:a16="http://schemas.microsoft.com/office/drawing/2014/main" id="{1F60A771-8BBC-4565-AB09-402DA7CB2780}"/>
              </a:ext>
            </a:extLst>
          </p:cNvPr>
          <p:cNvSpPr>
            <a:spLocks noGrp="1"/>
          </p:cNvSpPr>
          <p:nvPr>
            <p:ph type="body" idx="13" hasCustomPrompt="1"/>
          </p:nvPr>
        </p:nvSpPr>
        <p:spPr>
          <a:xfrm>
            <a:off x="6298609" y="3788813"/>
            <a:ext cx="2330726" cy="804859"/>
          </a:xfrm>
        </p:spPr>
        <p:txBody>
          <a:bodyPr lIns="0" rIns="0" anchor="b">
            <a:noAutofit/>
          </a:bodyPr>
          <a:lstStyle>
            <a:lvl1pPr marL="0" indent="0" algn="ctr">
              <a:buNone/>
              <a:defRPr lang="en-US" sz="32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t>
            </a:r>
          </a:p>
        </p:txBody>
      </p:sp>
      <p:sp>
        <p:nvSpPr>
          <p:cNvPr id="19" name="Text Placeholder 2">
            <a:extLst>
              <a:ext uri="{FF2B5EF4-FFF2-40B4-BE49-F238E27FC236}">
                <a16:creationId xmlns:a16="http://schemas.microsoft.com/office/drawing/2014/main" id="{D3C675D6-83FA-4036-B516-098EDCAF2506}"/>
              </a:ext>
            </a:extLst>
          </p:cNvPr>
          <p:cNvSpPr>
            <a:spLocks noGrp="1"/>
          </p:cNvSpPr>
          <p:nvPr>
            <p:ph type="body" idx="19" hasCustomPrompt="1"/>
          </p:nvPr>
        </p:nvSpPr>
        <p:spPr>
          <a:xfrm>
            <a:off x="6298609" y="4464810"/>
            <a:ext cx="2330726" cy="438505"/>
          </a:xfrm>
        </p:spPr>
        <p:txBody>
          <a:bodyPr lIns="0" rIns="0" anchor="b">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a:t>
            </a:r>
          </a:p>
        </p:txBody>
      </p:sp>
      <p:sp>
        <p:nvSpPr>
          <p:cNvPr id="22" name="Content Placeholder 3">
            <a:extLst>
              <a:ext uri="{FF2B5EF4-FFF2-40B4-BE49-F238E27FC236}">
                <a16:creationId xmlns:a16="http://schemas.microsoft.com/office/drawing/2014/main" id="{C464A9BD-B815-4632-8F54-6EB70E48BAFF}"/>
              </a:ext>
            </a:extLst>
          </p:cNvPr>
          <p:cNvSpPr>
            <a:spLocks noGrp="1"/>
          </p:cNvSpPr>
          <p:nvPr>
            <p:ph sz="half" idx="14"/>
          </p:nvPr>
        </p:nvSpPr>
        <p:spPr>
          <a:xfrm>
            <a:off x="6298609" y="5120722"/>
            <a:ext cx="2330726" cy="853167"/>
          </a:xfrm>
        </p:spPr>
        <p:txBody>
          <a:bodyPr lIns="0" rIns="0">
            <a:normAutofit/>
          </a:bodyPr>
          <a:lstStyle>
            <a:lvl1pPr marL="0" indent="0" algn="ctr">
              <a:lnSpc>
                <a:spcPct val="100000"/>
              </a:lnSpc>
              <a:buNone/>
              <a:defRPr sz="1400" spc="50" baseline="0">
                <a:solidFill>
                  <a:schemeClr val="tx1">
                    <a:lumMod val="75000"/>
                    <a:lumOff val="25000"/>
                  </a:schemeClr>
                </a:solidFill>
              </a:defRPr>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a:r>
              <a:rPr lang="en-US"/>
              <a:t>Click to edit Master text styles</a:t>
            </a:r>
          </a:p>
        </p:txBody>
      </p:sp>
      <p:sp>
        <p:nvSpPr>
          <p:cNvPr id="26" name="Content Placeholder 10">
            <a:extLst>
              <a:ext uri="{FF2B5EF4-FFF2-40B4-BE49-F238E27FC236}">
                <a16:creationId xmlns:a16="http://schemas.microsoft.com/office/drawing/2014/main" id="{CEB4C3DB-E51E-4479-90C2-DFE5DB4B2482}"/>
              </a:ext>
            </a:extLst>
          </p:cNvPr>
          <p:cNvSpPr>
            <a:spLocks noGrp="1"/>
          </p:cNvSpPr>
          <p:nvPr>
            <p:ph sz="quarter" idx="24" hasCustomPrompt="1"/>
          </p:nvPr>
        </p:nvSpPr>
        <p:spPr>
          <a:xfrm>
            <a:off x="9260321" y="2370670"/>
            <a:ext cx="1856232" cy="1664208"/>
          </a:xfrm>
        </p:spPr>
        <p:txBody>
          <a:bodyPr>
            <a:noAutofit/>
          </a:bodyPr>
          <a:lstStyle>
            <a:lvl1pPr marL="0" indent="0" algn="ctr">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US" dirty="0"/>
              <a:t>Click to add content</a:t>
            </a:r>
          </a:p>
        </p:txBody>
      </p:sp>
      <p:sp>
        <p:nvSpPr>
          <p:cNvPr id="14" name="Text Placeholder 2">
            <a:extLst>
              <a:ext uri="{FF2B5EF4-FFF2-40B4-BE49-F238E27FC236}">
                <a16:creationId xmlns:a16="http://schemas.microsoft.com/office/drawing/2014/main" id="{84A1E92D-A5BF-4268-BFF3-1418A1F03589}"/>
              </a:ext>
            </a:extLst>
          </p:cNvPr>
          <p:cNvSpPr>
            <a:spLocks noGrp="1"/>
          </p:cNvSpPr>
          <p:nvPr>
            <p:ph type="body" idx="15" hasCustomPrompt="1"/>
          </p:nvPr>
        </p:nvSpPr>
        <p:spPr>
          <a:xfrm>
            <a:off x="9023074" y="3788457"/>
            <a:ext cx="2330726" cy="804859"/>
          </a:xfrm>
        </p:spPr>
        <p:txBody>
          <a:bodyPr lIns="0" rIns="0" anchor="b">
            <a:noAutofit/>
          </a:bodyPr>
          <a:lstStyle>
            <a:lvl1pPr marL="0" indent="0" algn="ctr">
              <a:buNone/>
              <a:defRPr lang="en-US" sz="32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a:t>
            </a:r>
          </a:p>
        </p:txBody>
      </p:sp>
      <p:sp>
        <p:nvSpPr>
          <p:cNvPr id="23" name="Text Placeholder 2">
            <a:extLst>
              <a:ext uri="{FF2B5EF4-FFF2-40B4-BE49-F238E27FC236}">
                <a16:creationId xmlns:a16="http://schemas.microsoft.com/office/drawing/2014/main" id="{B6439AAC-8A96-4015-8A87-ED8DF7027B60}"/>
              </a:ext>
            </a:extLst>
          </p:cNvPr>
          <p:cNvSpPr>
            <a:spLocks noGrp="1"/>
          </p:cNvSpPr>
          <p:nvPr>
            <p:ph type="body" idx="20" hasCustomPrompt="1"/>
          </p:nvPr>
        </p:nvSpPr>
        <p:spPr>
          <a:xfrm>
            <a:off x="9023074" y="4464454"/>
            <a:ext cx="2330726" cy="438505"/>
          </a:xfrm>
        </p:spPr>
        <p:txBody>
          <a:bodyPr lIns="0" rIns="0" anchor="b">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a:t>
            </a:r>
          </a:p>
        </p:txBody>
      </p:sp>
      <p:cxnSp>
        <p:nvCxnSpPr>
          <p:cNvPr id="16" name="Straight Connector 15">
            <a:extLst>
              <a:ext uri="{FF2B5EF4-FFF2-40B4-BE49-F238E27FC236}">
                <a16:creationId xmlns:a16="http://schemas.microsoft.com/office/drawing/2014/main" id="{463D7850-C2A6-43CE-BBE4-8E81A0A593BF}"/>
              </a:ext>
              <a:ext uri="{C183D7F6-B498-43B3-948B-1728B52AA6E4}">
                <adec:decorative xmlns:adec="http://schemas.microsoft.com/office/drawing/2017/decorative" val="1"/>
              </a:ext>
            </a:extLst>
          </p:cNvPr>
          <p:cNvCxnSpPr>
            <a:cxnSpLocks/>
          </p:cNvCxnSpPr>
          <p:nvPr/>
        </p:nvCxnSpPr>
        <p:spPr>
          <a:xfrm flipH="1">
            <a:off x="0" y="0"/>
            <a:ext cx="1238250" cy="1328057"/>
          </a:xfrm>
          <a:prstGeom prst="line">
            <a:avLst/>
          </a:prstGeom>
          <a:ln w="317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BAD3E03-2E3B-440C-9105-6F9D33006D66}"/>
              </a:ext>
              <a:ext uri="{C183D7F6-B498-43B3-948B-1728B52AA6E4}">
                <adec:decorative xmlns:adec="http://schemas.microsoft.com/office/drawing/2017/decorative" val="1"/>
              </a:ext>
            </a:extLst>
          </p:cNvPr>
          <p:cNvCxnSpPr>
            <a:cxnSpLocks/>
          </p:cNvCxnSpPr>
          <p:nvPr/>
        </p:nvCxnSpPr>
        <p:spPr>
          <a:xfrm flipH="1">
            <a:off x="0" y="0"/>
            <a:ext cx="3790950" cy="892177"/>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15" name="Content Placeholder 3">
            <a:extLst>
              <a:ext uri="{FF2B5EF4-FFF2-40B4-BE49-F238E27FC236}">
                <a16:creationId xmlns:a16="http://schemas.microsoft.com/office/drawing/2014/main" id="{492F9083-A886-4EEB-94D6-1FAE6DC33000}"/>
              </a:ext>
            </a:extLst>
          </p:cNvPr>
          <p:cNvSpPr>
            <a:spLocks noGrp="1"/>
          </p:cNvSpPr>
          <p:nvPr>
            <p:ph sz="half" idx="16"/>
          </p:nvPr>
        </p:nvSpPr>
        <p:spPr>
          <a:xfrm>
            <a:off x="9023074" y="5120366"/>
            <a:ext cx="2330726" cy="853167"/>
          </a:xfrm>
        </p:spPr>
        <p:txBody>
          <a:bodyPr lIns="0" rIns="0">
            <a:normAutofit/>
          </a:bodyPr>
          <a:lstStyle>
            <a:lvl1pPr marL="0" indent="0" algn="ctr">
              <a:lnSpc>
                <a:spcPct val="100000"/>
              </a:lnSpc>
              <a:buNone/>
              <a:defRPr sz="1400" spc="50" baseline="0">
                <a:solidFill>
                  <a:schemeClr val="tx1">
                    <a:lumMod val="75000"/>
                    <a:lumOff val="25000"/>
                  </a:schemeClr>
                </a:solidFill>
              </a:defRPr>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a:r>
              <a:rPr lang="en-US"/>
              <a:t>Click to edit Master text styles</a:t>
            </a:r>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a:lstStyle>
            <a:lvl1pPr>
              <a:defRPr sz="900"/>
            </a:lvl1pPr>
          </a:lstStyle>
          <a:p>
            <a:r>
              <a:rPr lang="en-US" dirty="0"/>
              <a:t>20XX</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a:lstStyle>
            <a:lvl1pPr>
              <a:defRPr sz="900"/>
            </a:lvl1pPr>
          </a:lstStyle>
          <a:p>
            <a:r>
              <a:rPr lang="en-US" dirty="0"/>
              <a:t>Pitch Deck</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a:lstStyle>
            <a:lvl1pPr>
              <a:defRPr sz="900"/>
            </a:lvl1pPr>
          </a:lstStyle>
          <a:p>
            <a:fld id="{B5CEABB6-07DC-46E8-9B57-56EC44A396E5}" type="slidenum">
              <a:rPr lang="en-US" smtClean="0"/>
              <a:t>‹#›</a:t>
            </a:fld>
            <a:endParaRPr lang="en-US" dirty="0"/>
          </a:p>
        </p:txBody>
      </p:sp>
    </p:spTree>
    <p:extLst>
      <p:ext uri="{BB962C8B-B14F-4D97-AF65-F5344CB8AC3E}">
        <p14:creationId xmlns:p14="http://schemas.microsoft.com/office/powerpoint/2010/main" val="1386696317"/>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1292840" y="0"/>
            <a:ext cx="914400" cy="68580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261872" y="365760"/>
            <a:ext cx="9692640" cy="1325562"/>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261872" y="1828800"/>
            <a:ext cx="8595360" cy="435133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16200000">
            <a:off x="10797542" y="998537"/>
            <a:ext cx="1904999" cy="365125"/>
          </a:xfrm>
          <a:prstGeom prst="rect">
            <a:avLst/>
          </a:prstGeom>
        </p:spPr>
        <p:txBody>
          <a:bodyPr vert="horz" lIns="91440" tIns="45720" rIns="91440" bIns="45720" rtlCol="0" anchor="ctr"/>
          <a:lstStyle>
            <a:lvl1pPr algn="r">
              <a:defRPr sz="1050" b="0">
                <a:solidFill>
                  <a:schemeClr val="tx2">
                    <a:lumMod val="20000"/>
                    <a:lumOff val="80000"/>
                  </a:schemeClr>
                </a:solidFill>
              </a:defRPr>
            </a:lvl1pPr>
          </a:lstStyle>
          <a:p>
            <a:r>
              <a:rPr lang="en-US"/>
              <a:t>20XX</a:t>
            </a:r>
            <a:endParaRPr lang="en-US" dirty="0"/>
          </a:p>
        </p:txBody>
      </p:sp>
      <p:sp>
        <p:nvSpPr>
          <p:cNvPr id="5" name="Footer Placeholder 4"/>
          <p:cNvSpPr>
            <a:spLocks noGrp="1"/>
          </p:cNvSpPr>
          <p:nvPr>
            <p:ph type="ftr" sz="quarter" idx="3"/>
          </p:nvPr>
        </p:nvSpPr>
        <p:spPr>
          <a:xfrm rot="16200000">
            <a:off x="9959341" y="4046537"/>
            <a:ext cx="3581400" cy="365125"/>
          </a:xfrm>
          <a:prstGeom prst="rect">
            <a:avLst/>
          </a:prstGeom>
        </p:spPr>
        <p:txBody>
          <a:bodyPr vert="horz" lIns="91440" tIns="45720" rIns="91440" bIns="45720" rtlCol="0" anchor="ctr"/>
          <a:lstStyle>
            <a:lvl1pPr algn="l">
              <a:defRPr sz="1050">
                <a:solidFill>
                  <a:schemeClr val="tx2">
                    <a:lumMod val="20000"/>
                    <a:lumOff val="80000"/>
                  </a:schemeClr>
                </a:solidFill>
              </a:defRPr>
            </a:lvl1pPr>
          </a:lstStyle>
          <a:p>
            <a:r>
              <a:rPr lang="en-US"/>
              <a:t>Pitch Deck</a:t>
            </a:r>
            <a:endParaRPr lang="en-US" dirty="0"/>
          </a:p>
        </p:txBody>
      </p:sp>
      <p:sp>
        <p:nvSpPr>
          <p:cNvPr id="6" name="Slide Number Placeholder 5"/>
          <p:cNvSpPr>
            <a:spLocks noGrp="1"/>
          </p:cNvSpPr>
          <p:nvPr>
            <p:ph type="sldNum" sz="quarter" idx="4"/>
          </p:nvPr>
        </p:nvSpPr>
        <p:spPr>
          <a:xfrm>
            <a:off x="11292840" y="6172200"/>
            <a:ext cx="914400" cy="593725"/>
          </a:xfrm>
          <a:prstGeom prst="rect">
            <a:avLst/>
          </a:prstGeom>
        </p:spPr>
        <p:txBody>
          <a:bodyPr vert="horz" lIns="45720" tIns="45720" rIns="45720" bIns="45720" rtlCol="0" anchor="ctr">
            <a:normAutofit/>
          </a:bodyPr>
          <a:lstStyle>
            <a:lvl1pPr algn="ctr">
              <a:defRPr sz="3600">
                <a:solidFill>
                  <a:schemeClr val="tx2">
                    <a:lumMod val="60000"/>
                    <a:lumOff val="40000"/>
                  </a:schemeClr>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3150243718"/>
      </p:ext>
    </p:extLst>
  </p:cSld>
  <p:clrMap bg1="lt1" tx1="dk1" bg2="lt2" tx2="dk2" accent1="accent1" accent2="accent2" accent3="accent3" accent4="accent4" accent5="accent5" accent6="accent6" hlink="hlink" folHlink="folHlink"/>
  <p:sldLayoutIdLst>
    <p:sldLayoutId id="2147483702" r:id="rId1"/>
    <p:sldLayoutId id="2147483703" r:id="rId2"/>
    <p:sldLayoutId id="2147483704" r:id="rId3"/>
    <p:sldLayoutId id="2147483705" r:id="rId4"/>
    <p:sldLayoutId id="2147483706" r:id="rId5"/>
    <p:sldLayoutId id="2147483707" r:id="rId6"/>
    <p:sldLayoutId id="2147483708" r:id="rId7"/>
    <p:sldLayoutId id="2147483709" r:id="rId8"/>
    <p:sldLayoutId id="2147483710" r:id="rId9"/>
    <p:sldLayoutId id="2147483711" r:id="rId10"/>
    <p:sldLayoutId id="2147483712" r:id="rId11"/>
    <p:sldLayoutId id="2147483713" r:id="rId12"/>
    <p:sldLayoutId id="2147483694" r:id="rId13"/>
    <p:sldLayoutId id="2147483673" r:id="rId14"/>
    <p:sldLayoutId id="2147483676" r:id="rId15"/>
    <p:sldLayoutId id="2147483699" r:id="rId16"/>
    <p:sldLayoutId id="2147483700" r:id="rId17"/>
    <p:sldLayoutId id="2147483692" r:id="rId18"/>
    <p:sldLayoutId id="2147483681" r:id="rId19"/>
    <p:sldLayoutId id="2147483696" r:id="rId20"/>
  </p:sldLayoutIdLst>
  <p:hf hdr="0"/>
  <p:txStyles>
    <p:titleStyle>
      <a:lvl1pPr algn="l" defTabSz="914400" rtl="0" eaLnBrk="1" latinLnBrk="0" hangingPunct="1">
        <a:lnSpc>
          <a:spcPct val="90000"/>
        </a:lnSpc>
        <a:spcBef>
          <a:spcPct val="0"/>
        </a:spcBef>
        <a:buNone/>
        <a:defRPr sz="4400" kern="1200" spc="-50" baseline="0">
          <a:solidFill>
            <a:schemeClr val="tx1"/>
          </a:solidFill>
          <a:latin typeface="+mj-lt"/>
          <a:ea typeface="+mj-ea"/>
          <a:cs typeface="+mj-cs"/>
        </a:defRPr>
      </a:lvl1pPr>
    </p:titleStyle>
    <p:body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8.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0.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D3E9F797-3CCF-8E90-0D43-2E0A6B045A87}"/>
              </a:ext>
            </a:extLst>
          </p:cNvPr>
          <p:cNvSpPr txBox="1"/>
          <p:nvPr/>
        </p:nvSpPr>
        <p:spPr>
          <a:xfrm>
            <a:off x="223935" y="807653"/>
            <a:ext cx="10646227" cy="1200329"/>
          </a:xfrm>
          <a:prstGeom prst="rect">
            <a:avLst/>
          </a:prstGeom>
          <a:noFill/>
        </p:spPr>
        <p:txBody>
          <a:bodyPr wrap="square" rtlCol="0">
            <a:spAutoFit/>
          </a:bodyPr>
          <a:lstStyle/>
          <a:p>
            <a:pPr algn="ctr"/>
            <a:r>
              <a:rPr lang="en-US" sz="3600" b="1" dirty="0"/>
              <a:t>Design and Verification of AXI-Lite Protocol</a:t>
            </a:r>
            <a:endParaRPr lang="en-US" sz="2800" b="1" dirty="0"/>
          </a:p>
        </p:txBody>
      </p:sp>
      <p:sp>
        <p:nvSpPr>
          <p:cNvPr id="4" name="TextBox 3">
            <a:extLst>
              <a:ext uri="{FF2B5EF4-FFF2-40B4-BE49-F238E27FC236}">
                <a16:creationId xmlns:a16="http://schemas.microsoft.com/office/drawing/2014/main" id="{AF8131B6-4EB9-CBE4-76D7-0B2A331AE9FC}"/>
              </a:ext>
            </a:extLst>
          </p:cNvPr>
          <p:cNvSpPr txBox="1"/>
          <p:nvPr/>
        </p:nvSpPr>
        <p:spPr>
          <a:xfrm>
            <a:off x="3154979" y="2782669"/>
            <a:ext cx="5111944" cy="646331"/>
          </a:xfrm>
          <a:prstGeom prst="rect">
            <a:avLst/>
          </a:prstGeom>
          <a:noFill/>
        </p:spPr>
        <p:txBody>
          <a:bodyPr wrap="square" rtlCol="0">
            <a:spAutoFit/>
          </a:bodyPr>
          <a:lstStyle/>
          <a:p>
            <a:pPr algn="ctr"/>
            <a:r>
              <a:rPr lang="en-US" b="1" dirty="0"/>
              <a:t>ECE 571: Introduction to System Verilog</a:t>
            </a:r>
            <a:br>
              <a:rPr lang="en-US" dirty="0"/>
            </a:br>
            <a:r>
              <a:rPr lang="en-US" b="1" dirty="0"/>
              <a:t>Prof. Jean Paul Mugisha</a:t>
            </a:r>
            <a:endParaRPr lang="en-IN" dirty="0"/>
          </a:p>
        </p:txBody>
      </p:sp>
      <p:sp>
        <p:nvSpPr>
          <p:cNvPr id="10" name="TextBox 9">
            <a:extLst>
              <a:ext uri="{FF2B5EF4-FFF2-40B4-BE49-F238E27FC236}">
                <a16:creationId xmlns:a16="http://schemas.microsoft.com/office/drawing/2014/main" id="{5688333A-1B37-561C-370B-B632F74920F2}"/>
              </a:ext>
            </a:extLst>
          </p:cNvPr>
          <p:cNvSpPr txBox="1"/>
          <p:nvPr/>
        </p:nvSpPr>
        <p:spPr>
          <a:xfrm>
            <a:off x="7309732" y="5053747"/>
            <a:ext cx="4616823" cy="1477328"/>
          </a:xfrm>
          <a:prstGeom prst="rect">
            <a:avLst/>
          </a:prstGeom>
          <a:noFill/>
        </p:spPr>
        <p:txBody>
          <a:bodyPr wrap="square" rtlCol="0">
            <a:spAutoFit/>
          </a:bodyPr>
          <a:lstStyle/>
          <a:p>
            <a:r>
              <a:rPr lang="en-IN" b="1" dirty="0"/>
              <a:t>Group - 4 :</a:t>
            </a:r>
          </a:p>
          <a:p>
            <a:r>
              <a:rPr lang="en-IN" dirty="0"/>
              <a:t>Hanisha Dhananjaya </a:t>
            </a:r>
            <a:r>
              <a:rPr lang="en-IN" dirty="0" err="1"/>
              <a:t>Produtur</a:t>
            </a:r>
            <a:r>
              <a:rPr lang="en-IN" dirty="0"/>
              <a:t> </a:t>
            </a:r>
          </a:p>
          <a:p>
            <a:r>
              <a:rPr lang="en-IN" dirty="0"/>
              <a:t>Sajida Sayyad </a:t>
            </a:r>
          </a:p>
          <a:p>
            <a:r>
              <a:rPr lang="en-IN" dirty="0"/>
              <a:t>Venkat Sai Sumanth </a:t>
            </a:r>
            <a:r>
              <a:rPr lang="en-IN" dirty="0" err="1"/>
              <a:t>Koyada</a:t>
            </a:r>
            <a:endParaRPr lang="en-IN" dirty="0"/>
          </a:p>
          <a:p>
            <a:r>
              <a:rPr lang="en-IN" dirty="0"/>
              <a:t>Nikhil Swarna</a:t>
            </a:r>
          </a:p>
        </p:txBody>
      </p:sp>
      <p:sp>
        <p:nvSpPr>
          <p:cNvPr id="11" name="TextBox 10">
            <a:extLst>
              <a:ext uri="{FF2B5EF4-FFF2-40B4-BE49-F238E27FC236}">
                <a16:creationId xmlns:a16="http://schemas.microsoft.com/office/drawing/2014/main" id="{6C8A4FBF-4F3B-7051-A32D-3CBE07E9185A}"/>
              </a:ext>
            </a:extLst>
          </p:cNvPr>
          <p:cNvSpPr txBox="1"/>
          <p:nvPr/>
        </p:nvSpPr>
        <p:spPr>
          <a:xfrm>
            <a:off x="4262789" y="2159377"/>
            <a:ext cx="2711041" cy="369332"/>
          </a:xfrm>
          <a:prstGeom prst="rect">
            <a:avLst/>
          </a:prstGeom>
          <a:noFill/>
        </p:spPr>
        <p:txBody>
          <a:bodyPr wrap="square" rtlCol="0">
            <a:spAutoFit/>
          </a:bodyPr>
          <a:lstStyle/>
          <a:p>
            <a:r>
              <a:rPr lang="en-US" b="1" dirty="0"/>
              <a:t>Project Presentation</a:t>
            </a:r>
            <a:endParaRPr lang="en-IN" b="1" dirty="0"/>
          </a:p>
        </p:txBody>
      </p:sp>
    </p:spTree>
    <p:extLst>
      <p:ext uri="{BB962C8B-B14F-4D97-AF65-F5344CB8AC3E}">
        <p14:creationId xmlns:p14="http://schemas.microsoft.com/office/powerpoint/2010/main" val="22519895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493CF1F2-169A-339A-5CEC-2CF31118772B}"/>
              </a:ext>
            </a:extLst>
          </p:cNvPr>
          <p:cNvPicPr>
            <a:picLocks noChangeAspect="1"/>
          </p:cNvPicPr>
          <p:nvPr/>
        </p:nvPicPr>
        <p:blipFill>
          <a:blip r:embed="rId2"/>
          <a:stretch>
            <a:fillRect/>
          </a:stretch>
        </p:blipFill>
        <p:spPr>
          <a:xfrm>
            <a:off x="437792" y="1563537"/>
            <a:ext cx="6902294" cy="4017753"/>
          </a:xfrm>
          <a:prstGeom prst="rect">
            <a:avLst/>
          </a:prstGeom>
        </p:spPr>
      </p:pic>
      <p:sp>
        <p:nvSpPr>
          <p:cNvPr id="16" name="TextBox 15">
            <a:extLst>
              <a:ext uri="{FF2B5EF4-FFF2-40B4-BE49-F238E27FC236}">
                <a16:creationId xmlns:a16="http://schemas.microsoft.com/office/drawing/2014/main" id="{4FB34F0F-0301-74A9-7D2E-99AB75F0E25B}"/>
              </a:ext>
            </a:extLst>
          </p:cNvPr>
          <p:cNvSpPr txBox="1"/>
          <p:nvPr/>
        </p:nvSpPr>
        <p:spPr>
          <a:xfrm>
            <a:off x="7533735" y="2120949"/>
            <a:ext cx="4658265" cy="2616101"/>
          </a:xfrm>
          <a:prstGeom prst="rect">
            <a:avLst/>
          </a:prstGeom>
          <a:noFill/>
        </p:spPr>
        <p:txBody>
          <a:bodyPr wrap="square" rtlCol="0">
            <a:spAutoFit/>
          </a:bodyPr>
          <a:lstStyle/>
          <a:p>
            <a:r>
              <a:rPr lang="en-US" b="1" dirty="0"/>
              <a:t>What is AMBA?</a:t>
            </a:r>
          </a:p>
          <a:p>
            <a:pPr>
              <a:buFont typeface="Arial" panose="020B0604020202020204" pitchFamily="34" charset="0"/>
              <a:buChar char="•"/>
            </a:pPr>
            <a:r>
              <a:rPr lang="en-US" sz="1600" dirty="0"/>
              <a:t>Advanced Microcontroller Bus Architecture</a:t>
            </a:r>
          </a:p>
          <a:p>
            <a:pPr>
              <a:buFont typeface="Arial" panose="020B0604020202020204" pitchFamily="34" charset="0"/>
              <a:buChar char="•"/>
            </a:pPr>
            <a:r>
              <a:rPr lang="en-US" sz="1600" dirty="0"/>
              <a:t>Developed by ARM</a:t>
            </a:r>
          </a:p>
          <a:p>
            <a:pPr>
              <a:buFont typeface="Arial" panose="020B0604020202020204" pitchFamily="34" charset="0"/>
              <a:buChar char="•"/>
            </a:pPr>
            <a:endParaRPr lang="en-US" sz="1600" dirty="0"/>
          </a:p>
          <a:p>
            <a:r>
              <a:rPr lang="en-US" sz="1600" b="1" dirty="0"/>
              <a:t>Why AMBA?</a:t>
            </a:r>
          </a:p>
          <a:p>
            <a:pPr>
              <a:buFont typeface="Arial" panose="020B0604020202020204" pitchFamily="34" charset="0"/>
              <a:buChar char="•"/>
            </a:pPr>
            <a:r>
              <a:rPr lang="en-US" sz="1600" dirty="0"/>
              <a:t>Connects CPU, memory, and peripherals</a:t>
            </a:r>
          </a:p>
          <a:p>
            <a:pPr>
              <a:buFont typeface="Arial" panose="020B0604020202020204" pitchFamily="34" charset="0"/>
              <a:buChar char="•"/>
            </a:pPr>
            <a:r>
              <a:rPr lang="en-US" sz="1600" dirty="0"/>
              <a:t>Improves modularity and scalability</a:t>
            </a:r>
          </a:p>
          <a:p>
            <a:pPr>
              <a:buFont typeface="Arial" panose="020B0604020202020204" pitchFamily="34" charset="0"/>
              <a:buChar char="•"/>
            </a:pPr>
            <a:r>
              <a:rPr lang="en-US" sz="1600" dirty="0"/>
              <a:t>Enables high-performance communication</a:t>
            </a:r>
          </a:p>
          <a:p>
            <a:endParaRPr lang="en-US" sz="1600" dirty="0"/>
          </a:p>
          <a:p>
            <a:endParaRPr lang="en-US" dirty="0"/>
          </a:p>
        </p:txBody>
      </p:sp>
      <p:sp>
        <p:nvSpPr>
          <p:cNvPr id="2" name="TextBox 1">
            <a:extLst>
              <a:ext uri="{FF2B5EF4-FFF2-40B4-BE49-F238E27FC236}">
                <a16:creationId xmlns:a16="http://schemas.microsoft.com/office/drawing/2014/main" id="{1F23AC88-082F-07CE-A1AA-131BB3E7A757}"/>
              </a:ext>
            </a:extLst>
          </p:cNvPr>
          <p:cNvSpPr txBox="1"/>
          <p:nvPr/>
        </p:nvSpPr>
        <p:spPr>
          <a:xfrm>
            <a:off x="1257300" y="426027"/>
            <a:ext cx="4031673" cy="461665"/>
          </a:xfrm>
          <a:prstGeom prst="rect">
            <a:avLst/>
          </a:prstGeom>
          <a:noFill/>
        </p:spPr>
        <p:txBody>
          <a:bodyPr wrap="square" rtlCol="0">
            <a:spAutoFit/>
          </a:bodyPr>
          <a:lstStyle/>
          <a:p>
            <a:r>
              <a:rPr lang="en-US" sz="2400" b="1" dirty="0"/>
              <a:t>INTRO</a:t>
            </a:r>
          </a:p>
        </p:txBody>
      </p:sp>
    </p:spTree>
    <p:extLst>
      <p:ext uri="{BB962C8B-B14F-4D97-AF65-F5344CB8AC3E}">
        <p14:creationId xmlns:p14="http://schemas.microsoft.com/office/powerpoint/2010/main" val="34242707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Content Placeholder 3">
            <a:extLst>
              <a:ext uri="{FF2B5EF4-FFF2-40B4-BE49-F238E27FC236}">
                <a16:creationId xmlns:a16="http://schemas.microsoft.com/office/drawing/2014/main" id="{3326A059-693F-2849-581F-79DFC00AD912}"/>
              </a:ext>
            </a:extLst>
          </p:cNvPr>
          <p:cNvPicPr>
            <a:picLocks noChangeAspect="1"/>
          </p:cNvPicPr>
          <p:nvPr/>
        </p:nvPicPr>
        <p:blipFill>
          <a:blip r:embed="rId2"/>
          <a:stretch>
            <a:fillRect/>
          </a:stretch>
        </p:blipFill>
        <p:spPr>
          <a:xfrm>
            <a:off x="1613948" y="1587171"/>
            <a:ext cx="4234761" cy="3966275"/>
          </a:xfrm>
          <a:prstGeom prst="rect">
            <a:avLst/>
          </a:prstGeom>
        </p:spPr>
      </p:pic>
      <p:sp>
        <p:nvSpPr>
          <p:cNvPr id="15" name="TextBox 14">
            <a:extLst>
              <a:ext uri="{FF2B5EF4-FFF2-40B4-BE49-F238E27FC236}">
                <a16:creationId xmlns:a16="http://schemas.microsoft.com/office/drawing/2014/main" id="{7B194FA5-D086-66E7-D45D-DE0E5D55EB7F}"/>
              </a:ext>
            </a:extLst>
          </p:cNvPr>
          <p:cNvSpPr txBox="1"/>
          <p:nvPr/>
        </p:nvSpPr>
        <p:spPr>
          <a:xfrm>
            <a:off x="7134045" y="1673524"/>
            <a:ext cx="4234761" cy="2585323"/>
          </a:xfrm>
          <a:prstGeom prst="rect">
            <a:avLst/>
          </a:prstGeom>
          <a:noFill/>
        </p:spPr>
        <p:txBody>
          <a:bodyPr wrap="square" rtlCol="0">
            <a:spAutoFit/>
          </a:bodyPr>
          <a:lstStyle/>
          <a:p>
            <a:pPr algn="l"/>
            <a:r>
              <a:rPr lang="en-US" b="0" i="0" dirty="0">
                <a:solidFill>
                  <a:srgbClr val="080225"/>
                </a:solidFill>
                <a:effectLst/>
                <a:latin typeface="aeonik"/>
              </a:rPr>
              <a:t>The AXI4-Lite protocol is a subset of the AXI4 protocol.</a:t>
            </a:r>
            <a:br>
              <a:rPr lang="en-US" b="0" i="0" dirty="0">
                <a:solidFill>
                  <a:srgbClr val="080225"/>
                </a:solidFill>
                <a:effectLst/>
                <a:latin typeface="aeonik"/>
              </a:rPr>
            </a:br>
            <a:r>
              <a:rPr lang="en-US" b="0" i="0" dirty="0">
                <a:solidFill>
                  <a:srgbClr val="080225"/>
                </a:solidFill>
                <a:effectLst/>
                <a:latin typeface="aeonik"/>
              </a:rPr>
              <a:t>Key features of the AXI4-Lite interface include:</a:t>
            </a:r>
          </a:p>
          <a:p>
            <a:pPr algn="l">
              <a:buFont typeface="Arial" panose="020B0604020202020204" pitchFamily="34" charset="0"/>
              <a:buChar char="•"/>
            </a:pPr>
            <a:r>
              <a:rPr lang="en-US" b="0" i="0" dirty="0">
                <a:solidFill>
                  <a:srgbClr val="080225"/>
                </a:solidFill>
                <a:effectLst/>
                <a:latin typeface="aeonik"/>
              </a:rPr>
              <a:t>All transactions are burst length of one.</a:t>
            </a:r>
          </a:p>
          <a:p>
            <a:pPr algn="l">
              <a:buFont typeface="Arial" panose="020B0604020202020204" pitchFamily="34" charset="0"/>
              <a:buChar char="•"/>
            </a:pPr>
            <a:r>
              <a:rPr lang="en-US" b="0" i="0" dirty="0">
                <a:solidFill>
                  <a:srgbClr val="080225"/>
                </a:solidFill>
                <a:effectLst/>
                <a:latin typeface="aeonik"/>
              </a:rPr>
              <a:t>All data accesses are the same size as the width of the data bus.</a:t>
            </a:r>
          </a:p>
          <a:p>
            <a:pPr algn="l">
              <a:buFont typeface="Arial" panose="020B0604020202020204" pitchFamily="34" charset="0"/>
              <a:buChar char="•"/>
            </a:pPr>
            <a:r>
              <a:rPr lang="en-US" b="0" i="0" dirty="0">
                <a:solidFill>
                  <a:srgbClr val="080225"/>
                </a:solidFill>
                <a:effectLst/>
                <a:latin typeface="aeonik"/>
              </a:rPr>
              <a:t>Exclusive accesses are not supported.</a:t>
            </a:r>
          </a:p>
          <a:p>
            <a:endParaRPr lang="en-US" dirty="0"/>
          </a:p>
        </p:txBody>
      </p:sp>
      <p:sp>
        <p:nvSpPr>
          <p:cNvPr id="16" name="TextBox 15">
            <a:extLst>
              <a:ext uri="{FF2B5EF4-FFF2-40B4-BE49-F238E27FC236}">
                <a16:creationId xmlns:a16="http://schemas.microsoft.com/office/drawing/2014/main" id="{BAF360CD-E042-E582-D1E2-A97387783B09}"/>
              </a:ext>
            </a:extLst>
          </p:cNvPr>
          <p:cNvSpPr txBox="1"/>
          <p:nvPr/>
        </p:nvSpPr>
        <p:spPr>
          <a:xfrm>
            <a:off x="1086928" y="474453"/>
            <a:ext cx="5089585" cy="461665"/>
          </a:xfrm>
          <a:prstGeom prst="rect">
            <a:avLst/>
          </a:prstGeom>
          <a:noFill/>
        </p:spPr>
        <p:txBody>
          <a:bodyPr wrap="square" rtlCol="0">
            <a:spAutoFit/>
          </a:bodyPr>
          <a:lstStyle/>
          <a:p>
            <a:r>
              <a:rPr lang="en-US" sz="2400" b="1" dirty="0"/>
              <a:t>AXI- Lite </a:t>
            </a:r>
          </a:p>
        </p:txBody>
      </p:sp>
    </p:spTree>
    <p:extLst>
      <p:ext uri="{BB962C8B-B14F-4D97-AF65-F5344CB8AC3E}">
        <p14:creationId xmlns:p14="http://schemas.microsoft.com/office/powerpoint/2010/main" val="12531682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 name="Shape 4">
            <a:extLst>
              <a:ext uri="{FF2B5EF4-FFF2-40B4-BE49-F238E27FC236}">
                <a16:creationId xmlns:a16="http://schemas.microsoft.com/office/drawing/2014/main" id="{79773E09-8BBB-6EC8-0494-B87AB6C6616E}"/>
              </a:ext>
            </a:extLst>
          </p:cNvPr>
          <p:cNvSpPr/>
          <p:nvPr/>
        </p:nvSpPr>
        <p:spPr>
          <a:xfrm>
            <a:off x="365760" y="1097280"/>
            <a:ext cx="5486400" cy="1645920"/>
          </a:xfrm>
          <a:prstGeom prst="rect">
            <a:avLst/>
          </a:prstGeom>
          <a:solidFill>
            <a:srgbClr val="FFFFFF"/>
          </a:solidFill>
          <a:ln w="12700">
            <a:solidFill>
              <a:srgbClr val="5C6BC0"/>
            </a:solidFill>
            <a:prstDash val="solid"/>
          </a:ln>
          <a:effectLst>
            <a:outerShdw blurRad="101600" dist="38100" dir="8100000" algn="bl" rotWithShape="0">
              <a:srgbClr val="000000">
                <a:alpha val="12000"/>
              </a:srgbClr>
            </a:outerShdw>
          </a:effectLst>
        </p:spPr>
        <p:txBody>
          <a:bodyPr/>
          <a:lstStyle/>
          <a:p>
            <a:endParaRPr lang="en-US"/>
          </a:p>
        </p:txBody>
      </p:sp>
      <p:sp>
        <p:nvSpPr>
          <p:cNvPr id="89" name="Shape 5">
            <a:extLst>
              <a:ext uri="{FF2B5EF4-FFF2-40B4-BE49-F238E27FC236}">
                <a16:creationId xmlns:a16="http://schemas.microsoft.com/office/drawing/2014/main" id="{678BCD8B-174A-9D11-3CF3-2F7BBFC64F06}"/>
              </a:ext>
            </a:extLst>
          </p:cNvPr>
          <p:cNvSpPr/>
          <p:nvPr/>
        </p:nvSpPr>
        <p:spPr>
          <a:xfrm>
            <a:off x="365760" y="1097280"/>
            <a:ext cx="5486400" cy="438912"/>
          </a:xfrm>
          <a:prstGeom prst="rect">
            <a:avLst/>
          </a:prstGeom>
          <a:solidFill>
            <a:srgbClr val="5C6BC0"/>
          </a:solidFill>
          <a:ln w="12700">
            <a:solidFill>
              <a:srgbClr val="5C6BC0"/>
            </a:solidFill>
            <a:prstDash val="solid"/>
          </a:ln>
        </p:spPr>
        <p:txBody>
          <a:bodyPr/>
          <a:lstStyle/>
          <a:p>
            <a:endParaRPr lang="en-US"/>
          </a:p>
        </p:txBody>
      </p:sp>
      <p:sp>
        <p:nvSpPr>
          <p:cNvPr id="90" name="Text 6">
            <a:extLst>
              <a:ext uri="{FF2B5EF4-FFF2-40B4-BE49-F238E27FC236}">
                <a16:creationId xmlns:a16="http://schemas.microsoft.com/office/drawing/2014/main" id="{04C10B49-4C27-7536-A960-4B7E990CB643}"/>
              </a:ext>
            </a:extLst>
          </p:cNvPr>
          <p:cNvSpPr/>
          <p:nvPr/>
        </p:nvSpPr>
        <p:spPr>
          <a:xfrm>
            <a:off x="512064" y="1133856"/>
            <a:ext cx="5242560" cy="365760"/>
          </a:xfrm>
          <a:prstGeom prst="rect">
            <a:avLst/>
          </a:prstGeom>
          <a:noFill/>
          <a:ln/>
        </p:spPr>
        <p:txBody>
          <a:bodyPr wrap="square" lIns="0" tIns="0" rIns="0" bIns="0" rtlCol="0" anchor="ctr"/>
          <a:lstStyle/>
          <a:p>
            <a:r>
              <a:rPr lang="en-US" sz="1600" b="1" dirty="0">
                <a:solidFill>
                  <a:srgbClr val="FFFFFF"/>
                </a:solidFill>
                <a:latin typeface="Calibri" pitchFamily="34" charset="0"/>
                <a:ea typeface="Calibri" pitchFamily="34" charset="-122"/>
                <a:cs typeface="Calibri" pitchFamily="34" charset="-120"/>
              </a:rPr>
              <a:t>Write Address (AW)</a:t>
            </a:r>
            <a:endParaRPr lang="en-US" sz="1600" dirty="0"/>
          </a:p>
        </p:txBody>
      </p:sp>
      <p:sp>
        <p:nvSpPr>
          <p:cNvPr id="91" name="Text 7">
            <a:extLst>
              <a:ext uri="{FF2B5EF4-FFF2-40B4-BE49-F238E27FC236}">
                <a16:creationId xmlns:a16="http://schemas.microsoft.com/office/drawing/2014/main" id="{C6EE2DB2-3EBE-389E-7099-3AA636AC9784}"/>
              </a:ext>
            </a:extLst>
          </p:cNvPr>
          <p:cNvSpPr/>
          <p:nvPr/>
        </p:nvSpPr>
        <p:spPr>
          <a:xfrm>
            <a:off x="512064" y="1609344"/>
            <a:ext cx="5242560" cy="341376"/>
          </a:xfrm>
          <a:prstGeom prst="rect">
            <a:avLst/>
          </a:prstGeom>
          <a:noFill/>
          <a:ln/>
        </p:spPr>
        <p:txBody>
          <a:bodyPr wrap="square" lIns="0" tIns="0" rIns="0" bIns="0" rtlCol="0" anchor="ctr"/>
          <a:lstStyle/>
          <a:p>
            <a:r>
              <a:rPr lang="en-US" sz="1467" dirty="0">
                <a:solidFill>
                  <a:srgbClr val="0D1B2A"/>
                </a:solidFill>
                <a:latin typeface="Consolas" pitchFamily="34" charset="0"/>
                <a:ea typeface="Consolas" pitchFamily="34" charset="-122"/>
                <a:cs typeface="Consolas" pitchFamily="34" charset="-120"/>
              </a:rPr>
              <a:t>• AWVALID / AWREADY</a:t>
            </a:r>
            <a:endParaRPr lang="en-US" sz="1467" dirty="0"/>
          </a:p>
        </p:txBody>
      </p:sp>
      <p:sp>
        <p:nvSpPr>
          <p:cNvPr id="92" name="Text 8">
            <a:extLst>
              <a:ext uri="{FF2B5EF4-FFF2-40B4-BE49-F238E27FC236}">
                <a16:creationId xmlns:a16="http://schemas.microsoft.com/office/drawing/2014/main" id="{9097CED0-4329-5518-E500-C7A544A751CB}"/>
              </a:ext>
            </a:extLst>
          </p:cNvPr>
          <p:cNvSpPr/>
          <p:nvPr/>
        </p:nvSpPr>
        <p:spPr>
          <a:xfrm>
            <a:off x="512064" y="1975104"/>
            <a:ext cx="5242560" cy="341376"/>
          </a:xfrm>
          <a:prstGeom prst="rect">
            <a:avLst/>
          </a:prstGeom>
          <a:noFill/>
          <a:ln/>
        </p:spPr>
        <p:txBody>
          <a:bodyPr wrap="square" lIns="0" tIns="0" rIns="0" bIns="0" rtlCol="0" anchor="ctr"/>
          <a:lstStyle/>
          <a:p>
            <a:r>
              <a:rPr lang="en-US" sz="1467" dirty="0">
                <a:solidFill>
                  <a:srgbClr val="0D1B2A"/>
                </a:solidFill>
                <a:latin typeface="Consolas" pitchFamily="34" charset="0"/>
                <a:ea typeface="Consolas" pitchFamily="34" charset="-122"/>
                <a:cs typeface="Consolas" pitchFamily="34" charset="-120"/>
              </a:rPr>
              <a:t>• AWADDR [31:0]</a:t>
            </a:r>
            <a:endParaRPr lang="en-US" sz="1467" dirty="0"/>
          </a:p>
        </p:txBody>
      </p:sp>
      <p:sp>
        <p:nvSpPr>
          <p:cNvPr id="93" name="Text 9">
            <a:extLst>
              <a:ext uri="{FF2B5EF4-FFF2-40B4-BE49-F238E27FC236}">
                <a16:creationId xmlns:a16="http://schemas.microsoft.com/office/drawing/2014/main" id="{69471141-001C-1CE1-075F-5555419EFBBE}"/>
              </a:ext>
            </a:extLst>
          </p:cNvPr>
          <p:cNvSpPr/>
          <p:nvPr/>
        </p:nvSpPr>
        <p:spPr>
          <a:xfrm>
            <a:off x="512064" y="2340864"/>
            <a:ext cx="5242560" cy="341376"/>
          </a:xfrm>
          <a:prstGeom prst="rect">
            <a:avLst/>
          </a:prstGeom>
          <a:noFill/>
          <a:ln/>
        </p:spPr>
        <p:txBody>
          <a:bodyPr wrap="square" lIns="0" tIns="0" rIns="0" bIns="0" rtlCol="0" anchor="ctr"/>
          <a:lstStyle/>
          <a:p>
            <a:r>
              <a:rPr lang="en-US" sz="1467" dirty="0">
                <a:solidFill>
                  <a:srgbClr val="0D1B2A"/>
                </a:solidFill>
                <a:latin typeface="Consolas" pitchFamily="34" charset="0"/>
                <a:ea typeface="Consolas" pitchFamily="34" charset="-122"/>
                <a:cs typeface="Consolas" pitchFamily="34" charset="-120"/>
              </a:rPr>
              <a:t>• AWPROT [2:0]</a:t>
            </a:r>
            <a:endParaRPr lang="en-US" sz="1467" dirty="0"/>
          </a:p>
        </p:txBody>
      </p:sp>
      <p:sp>
        <p:nvSpPr>
          <p:cNvPr id="94" name="Shape 10">
            <a:extLst>
              <a:ext uri="{FF2B5EF4-FFF2-40B4-BE49-F238E27FC236}">
                <a16:creationId xmlns:a16="http://schemas.microsoft.com/office/drawing/2014/main" id="{10131F4D-41CC-44E3-8287-F79EC5EA70F1}"/>
              </a:ext>
            </a:extLst>
          </p:cNvPr>
          <p:cNvSpPr/>
          <p:nvPr/>
        </p:nvSpPr>
        <p:spPr>
          <a:xfrm>
            <a:off x="365760" y="2987040"/>
            <a:ext cx="5486400" cy="1645920"/>
          </a:xfrm>
          <a:prstGeom prst="rect">
            <a:avLst/>
          </a:prstGeom>
          <a:solidFill>
            <a:srgbClr val="FFFFFF"/>
          </a:solidFill>
          <a:ln w="12700">
            <a:solidFill>
              <a:srgbClr val="7B1FA2"/>
            </a:solidFill>
            <a:prstDash val="solid"/>
          </a:ln>
          <a:effectLst>
            <a:outerShdw blurRad="101600" dist="38100" dir="8100000" algn="bl" rotWithShape="0">
              <a:srgbClr val="000000">
                <a:alpha val="12000"/>
              </a:srgbClr>
            </a:outerShdw>
          </a:effectLst>
        </p:spPr>
        <p:txBody>
          <a:bodyPr/>
          <a:lstStyle/>
          <a:p>
            <a:endParaRPr lang="en-US"/>
          </a:p>
        </p:txBody>
      </p:sp>
      <p:sp>
        <p:nvSpPr>
          <p:cNvPr id="95" name="Shape 11">
            <a:extLst>
              <a:ext uri="{FF2B5EF4-FFF2-40B4-BE49-F238E27FC236}">
                <a16:creationId xmlns:a16="http://schemas.microsoft.com/office/drawing/2014/main" id="{E2077A0F-A562-EEE7-94FE-2E7C1E9E8249}"/>
              </a:ext>
            </a:extLst>
          </p:cNvPr>
          <p:cNvSpPr/>
          <p:nvPr/>
        </p:nvSpPr>
        <p:spPr>
          <a:xfrm>
            <a:off x="365760" y="2987040"/>
            <a:ext cx="5486400" cy="438912"/>
          </a:xfrm>
          <a:prstGeom prst="rect">
            <a:avLst/>
          </a:prstGeom>
          <a:solidFill>
            <a:srgbClr val="7B1FA2"/>
          </a:solidFill>
          <a:ln w="12700">
            <a:solidFill>
              <a:srgbClr val="7B1FA2"/>
            </a:solidFill>
            <a:prstDash val="solid"/>
          </a:ln>
        </p:spPr>
        <p:txBody>
          <a:bodyPr/>
          <a:lstStyle/>
          <a:p>
            <a:endParaRPr lang="en-US"/>
          </a:p>
        </p:txBody>
      </p:sp>
      <p:sp>
        <p:nvSpPr>
          <p:cNvPr id="96" name="Text 12">
            <a:extLst>
              <a:ext uri="{FF2B5EF4-FFF2-40B4-BE49-F238E27FC236}">
                <a16:creationId xmlns:a16="http://schemas.microsoft.com/office/drawing/2014/main" id="{2C00D146-F51F-BF65-92A5-952DDA1ACD05}"/>
              </a:ext>
            </a:extLst>
          </p:cNvPr>
          <p:cNvSpPr/>
          <p:nvPr/>
        </p:nvSpPr>
        <p:spPr>
          <a:xfrm>
            <a:off x="512064" y="3023616"/>
            <a:ext cx="5242560" cy="365760"/>
          </a:xfrm>
          <a:prstGeom prst="rect">
            <a:avLst/>
          </a:prstGeom>
          <a:noFill/>
          <a:ln/>
        </p:spPr>
        <p:txBody>
          <a:bodyPr wrap="square" lIns="0" tIns="0" rIns="0" bIns="0" rtlCol="0" anchor="ctr"/>
          <a:lstStyle/>
          <a:p>
            <a:r>
              <a:rPr lang="en-US" sz="1600" b="1" dirty="0">
                <a:solidFill>
                  <a:srgbClr val="FFFFFF"/>
                </a:solidFill>
                <a:latin typeface="Calibri" pitchFamily="34" charset="0"/>
                <a:ea typeface="Calibri" pitchFamily="34" charset="-122"/>
                <a:cs typeface="Calibri" pitchFamily="34" charset="-120"/>
              </a:rPr>
              <a:t>Write Data (W)</a:t>
            </a:r>
            <a:endParaRPr lang="en-US" sz="1600" dirty="0"/>
          </a:p>
        </p:txBody>
      </p:sp>
      <p:sp>
        <p:nvSpPr>
          <p:cNvPr id="97" name="Text 13">
            <a:extLst>
              <a:ext uri="{FF2B5EF4-FFF2-40B4-BE49-F238E27FC236}">
                <a16:creationId xmlns:a16="http://schemas.microsoft.com/office/drawing/2014/main" id="{DD211DCB-3433-8DD0-E1BE-193C6F4E3562}"/>
              </a:ext>
            </a:extLst>
          </p:cNvPr>
          <p:cNvSpPr/>
          <p:nvPr/>
        </p:nvSpPr>
        <p:spPr>
          <a:xfrm>
            <a:off x="512064" y="3499104"/>
            <a:ext cx="5242560" cy="341376"/>
          </a:xfrm>
          <a:prstGeom prst="rect">
            <a:avLst/>
          </a:prstGeom>
          <a:noFill/>
          <a:ln/>
        </p:spPr>
        <p:txBody>
          <a:bodyPr wrap="square" lIns="0" tIns="0" rIns="0" bIns="0" rtlCol="0" anchor="ctr"/>
          <a:lstStyle/>
          <a:p>
            <a:r>
              <a:rPr lang="en-US" sz="1467" dirty="0">
                <a:solidFill>
                  <a:srgbClr val="0D1B2A"/>
                </a:solidFill>
                <a:latin typeface="Consolas" pitchFamily="34" charset="0"/>
                <a:ea typeface="Consolas" pitchFamily="34" charset="-122"/>
                <a:cs typeface="Consolas" pitchFamily="34" charset="-120"/>
              </a:rPr>
              <a:t>• WVALID / WREADY</a:t>
            </a:r>
            <a:endParaRPr lang="en-US" sz="1467" dirty="0"/>
          </a:p>
        </p:txBody>
      </p:sp>
      <p:sp>
        <p:nvSpPr>
          <p:cNvPr id="98" name="Text 14">
            <a:extLst>
              <a:ext uri="{FF2B5EF4-FFF2-40B4-BE49-F238E27FC236}">
                <a16:creationId xmlns:a16="http://schemas.microsoft.com/office/drawing/2014/main" id="{0DB948CF-F2B8-F6A9-53F5-CE29100B69CE}"/>
              </a:ext>
            </a:extLst>
          </p:cNvPr>
          <p:cNvSpPr/>
          <p:nvPr/>
        </p:nvSpPr>
        <p:spPr>
          <a:xfrm>
            <a:off x="512064" y="3864864"/>
            <a:ext cx="5242560" cy="341376"/>
          </a:xfrm>
          <a:prstGeom prst="rect">
            <a:avLst/>
          </a:prstGeom>
          <a:noFill/>
          <a:ln/>
        </p:spPr>
        <p:txBody>
          <a:bodyPr wrap="square" lIns="0" tIns="0" rIns="0" bIns="0" rtlCol="0" anchor="ctr"/>
          <a:lstStyle/>
          <a:p>
            <a:r>
              <a:rPr lang="en-US" sz="1467" dirty="0">
                <a:solidFill>
                  <a:srgbClr val="0D1B2A"/>
                </a:solidFill>
                <a:latin typeface="Consolas" pitchFamily="34" charset="0"/>
                <a:ea typeface="Consolas" pitchFamily="34" charset="-122"/>
                <a:cs typeface="Consolas" pitchFamily="34" charset="-120"/>
              </a:rPr>
              <a:t>• WDATA [31:0]</a:t>
            </a:r>
            <a:endParaRPr lang="en-US" sz="1467" dirty="0"/>
          </a:p>
        </p:txBody>
      </p:sp>
      <p:sp>
        <p:nvSpPr>
          <p:cNvPr id="99" name="Text 15">
            <a:extLst>
              <a:ext uri="{FF2B5EF4-FFF2-40B4-BE49-F238E27FC236}">
                <a16:creationId xmlns:a16="http://schemas.microsoft.com/office/drawing/2014/main" id="{A17B4B33-4F00-DE34-B918-7CCD9535AE90}"/>
              </a:ext>
            </a:extLst>
          </p:cNvPr>
          <p:cNvSpPr/>
          <p:nvPr/>
        </p:nvSpPr>
        <p:spPr>
          <a:xfrm>
            <a:off x="512064" y="4230624"/>
            <a:ext cx="5242560" cy="341376"/>
          </a:xfrm>
          <a:prstGeom prst="rect">
            <a:avLst/>
          </a:prstGeom>
          <a:noFill/>
          <a:ln/>
        </p:spPr>
        <p:txBody>
          <a:bodyPr wrap="square" lIns="0" tIns="0" rIns="0" bIns="0" rtlCol="0" anchor="ctr"/>
          <a:lstStyle/>
          <a:p>
            <a:r>
              <a:rPr lang="en-US" sz="1467" dirty="0">
                <a:solidFill>
                  <a:srgbClr val="0D1B2A"/>
                </a:solidFill>
                <a:latin typeface="Consolas" pitchFamily="34" charset="0"/>
                <a:ea typeface="Consolas" pitchFamily="34" charset="-122"/>
                <a:cs typeface="Consolas" pitchFamily="34" charset="-120"/>
              </a:rPr>
              <a:t>• WSTRB [3:0]</a:t>
            </a:r>
            <a:endParaRPr lang="en-US" sz="1467" dirty="0"/>
          </a:p>
        </p:txBody>
      </p:sp>
      <p:sp>
        <p:nvSpPr>
          <p:cNvPr id="100" name="Shape 16">
            <a:extLst>
              <a:ext uri="{FF2B5EF4-FFF2-40B4-BE49-F238E27FC236}">
                <a16:creationId xmlns:a16="http://schemas.microsoft.com/office/drawing/2014/main" id="{263A831E-01AD-7069-BB17-CB411A3C7668}"/>
              </a:ext>
            </a:extLst>
          </p:cNvPr>
          <p:cNvSpPr/>
          <p:nvPr/>
        </p:nvSpPr>
        <p:spPr>
          <a:xfrm>
            <a:off x="365760" y="4876800"/>
            <a:ext cx="5486400" cy="1645920"/>
          </a:xfrm>
          <a:prstGeom prst="rect">
            <a:avLst/>
          </a:prstGeom>
          <a:solidFill>
            <a:srgbClr val="FFFFFF"/>
          </a:solidFill>
          <a:ln w="12700">
            <a:solidFill>
              <a:srgbClr val="C62828"/>
            </a:solidFill>
            <a:prstDash val="solid"/>
          </a:ln>
          <a:effectLst>
            <a:outerShdw blurRad="101600" dist="38100" dir="8100000" algn="bl" rotWithShape="0">
              <a:srgbClr val="000000">
                <a:alpha val="12000"/>
              </a:srgbClr>
            </a:outerShdw>
          </a:effectLst>
        </p:spPr>
        <p:txBody>
          <a:bodyPr/>
          <a:lstStyle/>
          <a:p>
            <a:endParaRPr lang="en-US"/>
          </a:p>
        </p:txBody>
      </p:sp>
      <p:sp>
        <p:nvSpPr>
          <p:cNvPr id="101" name="Shape 17">
            <a:extLst>
              <a:ext uri="{FF2B5EF4-FFF2-40B4-BE49-F238E27FC236}">
                <a16:creationId xmlns:a16="http://schemas.microsoft.com/office/drawing/2014/main" id="{731610D9-B04D-5AF5-7FE8-A1C6223D2E2C}"/>
              </a:ext>
            </a:extLst>
          </p:cNvPr>
          <p:cNvSpPr/>
          <p:nvPr/>
        </p:nvSpPr>
        <p:spPr>
          <a:xfrm>
            <a:off x="365760" y="4876800"/>
            <a:ext cx="5486400" cy="438912"/>
          </a:xfrm>
          <a:prstGeom prst="rect">
            <a:avLst/>
          </a:prstGeom>
          <a:solidFill>
            <a:srgbClr val="C62828"/>
          </a:solidFill>
          <a:ln w="12700">
            <a:solidFill>
              <a:srgbClr val="C62828"/>
            </a:solidFill>
            <a:prstDash val="solid"/>
          </a:ln>
        </p:spPr>
        <p:txBody>
          <a:bodyPr/>
          <a:lstStyle/>
          <a:p>
            <a:endParaRPr lang="en-US"/>
          </a:p>
        </p:txBody>
      </p:sp>
      <p:sp>
        <p:nvSpPr>
          <p:cNvPr id="102" name="Text 18">
            <a:extLst>
              <a:ext uri="{FF2B5EF4-FFF2-40B4-BE49-F238E27FC236}">
                <a16:creationId xmlns:a16="http://schemas.microsoft.com/office/drawing/2014/main" id="{9F513123-79C5-6D4E-0B84-98330F030B7F}"/>
              </a:ext>
            </a:extLst>
          </p:cNvPr>
          <p:cNvSpPr/>
          <p:nvPr/>
        </p:nvSpPr>
        <p:spPr>
          <a:xfrm>
            <a:off x="512064" y="4913376"/>
            <a:ext cx="5242560" cy="365760"/>
          </a:xfrm>
          <a:prstGeom prst="rect">
            <a:avLst/>
          </a:prstGeom>
          <a:noFill/>
          <a:ln/>
        </p:spPr>
        <p:txBody>
          <a:bodyPr wrap="square" lIns="0" tIns="0" rIns="0" bIns="0" rtlCol="0" anchor="ctr"/>
          <a:lstStyle/>
          <a:p>
            <a:r>
              <a:rPr lang="en-US" sz="1600" b="1" dirty="0">
                <a:solidFill>
                  <a:srgbClr val="FFFFFF"/>
                </a:solidFill>
                <a:latin typeface="Calibri" pitchFamily="34" charset="0"/>
                <a:ea typeface="Calibri" pitchFamily="34" charset="-122"/>
                <a:cs typeface="Calibri" pitchFamily="34" charset="-120"/>
              </a:rPr>
              <a:t>Write Resp (B)</a:t>
            </a:r>
            <a:endParaRPr lang="en-US" sz="1600" dirty="0"/>
          </a:p>
        </p:txBody>
      </p:sp>
      <p:sp>
        <p:nvSpPr>
          <p:cNvPr id="103" name="Text 19">
            <a:extLst>
              <a:ext uri="{FF2B5EF4-FFF2-40B4-BE49-F238E27FC236}">
                <a16:creationId xmlns:a16="http://schemas.microsoft.com/office/drawing/2014/main" id="{19DA89C8-30B8-6D2F-3ACE-1750FEA558CE}"/>
              </a:ext>
            </a:extLst>
          </p:cNvPr>
          <p:cNvSpPr/>
          <p:nvPr/>
        </p:nvSpPr>
        <p:spPr>
          <a:xfrm>
            <a:off x="512064" y="5388864"/>
            <a:ext cx="5242560" cy="341376"/>
          </a:xfrm>
          <a:prstGeom prst="rect">
            <a:avLst/>
          </a:prstGeom>
          <a:noFill/>
          <a:ln/>
        </p:spPr>
        <p:txBody>
          <a:bodyPr wrap="square" lIns="0" tIns="0" rIns="0" bIns="0" rtlCol="0" anchor="ctr"/>
          <a:lstStyle/>
          <a:p>
            <a:r>
              <a:rPr lang="en-US" sz="1467" dirty="0">
                <a:solidFill>
                  <a:srgbClr val="0D1B2A"/>
                </a:solidFill>
                <a:latin typeface="Consolas" pitchFamily="34" charset="0"/>
                <a:ea typeface="Consolas" pitchFamily="34" charset="-122"/>
                <a:cs typeface="Consolas" pitchFamily="34" charset="-120"/>
              </a:rPr>
              <a:t>• BVALID / BREADY</a:t>
            </a:r>
            <a:endParaRPr lang="en-US" sz="1467" dirty="0"/>
          </a:p>
        </p:txBody>
      </p:sp>
      <p:sp>
        <p:nvSpPr>
          <p:cNvPr id="104" name="Text 20">
            <a:extLst>
              <a:ext uri="{FF2B5EF4-FFF2-40B4-BE49-F238E27FC236}">
                <a16:creationId xmlns:a16="http://schemas.microsoft.com/office/drawing/2014/main" id="{1BEAB05F-ED6E-B4A5-0205-790FD7202737}"/>
              </a:ext>
            </a:extLst>
          </p:cNvPr>
          <p:cNvSpPr/>
          <p:nvPr/>
        </p:nvSpPr>
        <p:spPr>
          <a:xfrm>
            <a:off x="512064" y="5754624"/>
            <a:ext cx="5242560" cy="341376"/>
          </a:xfrm>
          <a:prstGeom prst="rect">
            <a:avLst/>
          </a:prstGeom>
          <a:noFill/>
          <a:ln/>
        </p:spPr>
        <p:txBody>
          <a:bodyPr wrap="square" lIns="0" tIns="0" rIns="0" bIns="0" rtlCol="0" anchor="ctr"/>
          <a:lstStyle/>
          <a:p>
            <a:r>
              <a:rPr lang="en-US" sz="1467" dirty="0">
                <a:solidFill>
                  <a:srgbClr val="0D1B2A"/>
                </a:solidFill>
                <a:latin typeface="Consolas" pitchFamily="34" charset="0"/>
                <a:ea typeface="Consolas" pitchFamily="34" charset="-122"/>
                <a:cs typeface="Consolas" pitchFamily="34" charset="-120"/>
              </a:rPr>
              <a:t>• BRESP [1:0]</a:t>
            </a:r>
            <a:endParaRPr lang="en-US" sz="1467" dirty="0"/>
          </a:p>
        </p:txBody>
      </p:sp>
      <p:sp>
        <p:nvSpPr>
          <p:cNvPr id="105" name="Shape 21">
            <a:extLst>
              <a:ext uri="{FF2B5EF4-FFF2-40B4-BE49-F238E27FC236}">
                <a16:creationId xmlns:a16="http://schemas.microsoft.com/office/drawing/2014/main" id="{071EE2BB-6BD6-2464-B0CC-17D80C731D63}"/>
              </a:ext>
            </a:extLst>
          </p:cNvPr>
          <p:cNvSpPr/>
          <p:nvPr/>
        </p:nvSpPr>
        <p:spPr>
          <a:xfrm>
            <a:off x="6461760" y="1097280"/>
            <a:ext cx="5486400" cy="1645920"/>
          </a:xfrm>
          <a:prstGeom prst="rect">
            <a:avLst/>
          </a:prstGeom>
          <a:solidFill>
            <a:srgbClr val="FFFFFF"/>
          </a:solidFill>
          <a:ln w="12700">
            <a:solidFill>
              <a:srgbClr val="0E7C7B"/>
            </a:solidFill>
            <a:prstDash val="solid"/>
          </a:ln>
          <a:effectLst>
            <a:outerShdw blurRad="101600" dist="38100" dir="8100000" algn="bl" rotWithShape="0">
              <a:srgbClr val="000000">
                <a:alpha val="12000"/>
              </a:srgbClr>
            </a:outerShdw>
          </a:effectLst>
        </p:spPr>
        <p:txBody>
          <a:bodyPr/>
          <a:lstStyle/>
          <a:p>
            <a:endParaRPr lang="en-US"/>
          </a:p>
        </p:txBody>
      </p:sp>
      <p:sp>
        <p:nvSpPr>
          <p:cNvPr id="106" name="Shape 22">
            <a:extLst>
              <a:ext uri="{FF2B5EF4-FFF2-40B4-BE49-F238E27FC236}">
                <a16:creationId xmlns:a16="http://schemas.microsoft.com/office/drawing/2014/main" id="{28F6F75C-518D-1B53-4CBF-2B071881017F}"/>
              </a:ext>
            </a:extLst>
          </p:cNvPr>
          <p:cNvSpPr/>
          <p:nvPr/>
        </p:nvSpPr>
        <p:spPr>
          <a:xfrm>
            <a:off x="6461760" y="1097280"/>
            <a:ext cx="5486400" cy="438912"/>
          </a:xfrm>
          <a:prstGeom prst="rect">
            <a:avLst/>
          </a:prstGeom>
          <a:solidFill>
            <a:srgbClr val="0E7C7B"/>
          </a:solidFill>
          <a:ln w="12700">
            <a:solidFill>
              <a:srgbClr val="0E7C7B"/>
            </a:solidFill>
            <a:prstDash val="solid"/>
          </a:ln>
        </p:spPr>
        <p:txBody>
          <a:bodyPr/>
          <a:lstStyle/>
          <a:p>
            <a:endParaRPr lang="en-US"/>
          </a:p>
        </p:txBody>
      </p:sp>
      <p:sp>
        <p:nvSpPr>
          <p:cNvPr id="107" name="Text 23">
            <a:extLst>
              <a:ext uri="{FF2B5EF4-FFF2-40B4-BE49-F238E27FC236}">
                <a16:creationId xmlns:a16="http://schemas.microsoft.com/office/drawing/2014/main" id="{7C0C8898-A858-F9DF-CD8F-AAF67C3A63B6}"/>
              </a:ext>
            </a:extLst>
          </p:cNvPr>
          <p:cNvSpPr/>
          <p:nvPr/>
        </p:nvSpPr>
        <p:spPr>
          <a:xfrm>
            <a:off x="6608064" y="1133856"/>
            <a:ext cx="5242560" cy="365760"/>
          </a:xfrm>
          <a:prstGeom prst="rect">
            <a:avLst/>
          </a:prstGeom>
          <a:noFill/>
          <a:ln/>
        </p:spPr>
        <p:txBody>
          <a:bodyPr wrap="square" lIns="0" tIns="0" rIns="0" bIns="0" rtlCol="0" anchor="ctr"/>
          <a:lstStyle/>
          <a:p>
            <a:r>
              <a:rPr lang="en-US" sz="1600" b="1" dirty="0">
                <a:solidFill>
                  <a:srgbClr val="FFFFFF"/>
                </a:solidFill>
                <a:latin typeface="Calibri" pitchFamily="34" charset="0"/>
                <a:ea typeface="Calibri" pitchFamily="34" charset="-122"/>
                <a:cs typeface="Calibri" pitchFamily="34" charset="-120"/>
              </a:rPr>
              <a:t>Read Address (AR)</a:t>
            </a:r>
            <a:endParaRPr lang="en-US" sz="1600" dirty="0"/>
          </a:p>
        </p:txBody>
      </p:sp>
      <p:sp>
        <p:nvSpPr>
          <p:cNvPr id="108" name="Text 24">
            <a:extLst>
              <a:ext uri="{FF2B5EF4-FFF2-40B4-BE49-F238E27FC236}">
                <a16:creationId xmlns:a16="http://schemas.microsoft.com/office/drawing/2014/main" id="{9ED64DE0-A626-C8C0-E8D2-9C2683B5E846}"/>
              </a:ext>
            </a:extLst>
          </p:cNvPr>
          <p:cNvSpPr/>
          <p:nvPr/>
        </p:nvSpPr>
        <p:spPr>
          <a:xfrm>
            <a:off x="6608064" y="1609344"/>
            <a:ext cx="5242560" cy="341376"/>
          </a:xfrm>
          <a:prstGeom prst="rect">
            <a:avLst/>
          </a:prstGeom>
          <a:noFill/>
          <a:ln/>
        </p:spPr>
        <p:txBody>
          <a:bodyPr wrap="square" lIns="0" tIns="0" rIns="0" bIns="0" rtlCol="0" anchor="ctr"/>
          <a:lstStyle/>
          <a:p>
            <a:r>
              <a:rPr lang="en-US" sz="1467" dirty="0">
                <a:solidFill>
                  <a:srgbClr val="0D1B2A"/>
                </a:solidFill>
                <a:latin typeface="Consolas" pitchFamily="34" charset="0"/>
                <a:ea typeface="Consolas" pitchFamily="34" charset="-122"/>
                <a:cs typeface="Consolas" pitchFamily="34" charset="-120"/>
              </a:rPr>
              <a:t>• ARVALID / ARREADY</a:t>
            </a:r>
            <a:endParaRPr lang="en-US" sz="1467" dirty="0"/>
          </a:p>
        </p:txBody>
      </p:sp>
      <p:sp>
        <p:nvSpPr>
          <p:cNvPr id="109" name="Text 25">
            <a:extLst>
              <a:ext uri="{FF2B5EF4-FFF2-40B4-BE49-F238E27FC236}">
                <a16:creationId xmlns:a16="http://schemas.microsoft.com/office/drawing/2014/main" id="{F06204A2-96B6-65BB-603B-51A2B63595C2}"/>
              </a:ext>
            </a:extLst>
          </p:cNvPr>
          <p:cNvSpPr/>
          <p:nvPr/>
        </p:nvSpPr>
        <p:spPr>
          <a:xfrm>
            <a:off x="6608064" y="1975104"/>
            <a:ext cx="5242560" cy="341376"/>
          </a:xfrm>
          <a:prstGeom prst="rect">
            <a:avLst/>
          </a:prstGeom>
          <a:noFill/>
          <a:ln/>
        </p:spPr>
        <p:txBody>
          <a:bodyPr wrap="square" lIns="0" tIns="0" rIns="0" bIns="0" rtlCol="0" anchor="ctr"/>
          <a:lstStyle/>
          <a:p>
            <a:r>
              <a:rPr lang="en-US" sz="1467" dirty="0">
                <a:solidFill>
                  <a:srgbClr val="0D1B2A"/>
                </a:solidFill>
                <a:latin typeface="Consolas" pitchFamily="34" charset="0"/>
                <a:ea typeface="Consolas" pitchFamily="34" charset="-122"/>
                <a:cs typeface="Consolas" pitchFamily="34" charset="-120"/>
              </a:rPr>
              <a:t>• ARADDR [31:0]</a:t>
            </a:r>
            <a:endParaRPr lang="en-US" sz="1467" dirty="0"/>
          </a:p>
        </p:txBody>
      </p:sp>
      <p:sp>
        <p:nvSpPr>
          <p:cNvPr id="110" name="Text 26">
            <a:extLst>
              <a:ext uri="{FF2B5EF4-FFF2-40B4-BE49-F238E27FC236}">
                <a16:creationId xmlns:a16="http://schemas.microsoft.com/office/drawing/2014/main" id="{4E80E0D4-D5AD-A45D-9F0E-E69D724B529C}"/>
              </a:ext>
            </a:extLst>
          </p:cNvPr>
          <p:cNvSpPr/>
          <p:nvPr/>
        </p:nvSpPr>
        <p:spPr>
          <a:xfrm>
            <a:off x="6608064" y="2340864"/>
            <a:ext cx="5242560" cy="341376"/>
          </a:xfrm>
          <a:prstGeom prst="rect">
            <a:avLst/>
          </a:prstGeom>
          <a:noFill/>
          <a:ln/>
        </p:spPr>
        <p:txBody>
          <a:bodyPr wrap="square" lIns="0" tIns="0" rIns="0" bIns="0" rtlCol="0" anchor="ctr"/>
          <a:lstStyle/>
          <a:p>
            <a:r>
              <a:rPr lang="en-US" sz="1467" dirty="0">
                <a:solidFill>
                  <a:srgbClr val="0D1B2A"/>
                </a:solidFill>
                <a:latin typeface="Consolas" pitchFamily="34" charset="0"/>
                <a:ea typeface="Consolas" pitchFamily="34" charset="-122"/>
                <a:cs typeface="Consolas" pitchFamily="34" charset="-120"/>
              </a:rPr>
              <a:t>• ARPROT [2:0]</a:t>
            </a:r>
            <a:endParaRPr lang="en-US" sz="1467" dirty="0"/>
          </a:p>
        </p:txBody>
      </p:sp>
      <p:sp>
        <p:nvSpPr>
          <p:cNvPr id="111" name="Shape 27">
            <a:extLst>
              <a:ext uri="{FF2B5EF4-FFF2-40B4-BE49-F238E27FC236}">
                <a16:creationId xmlns:a16="http://schemas.microsoft.com/office/drawing/2014/main" id="{74EF6EE4-22E7-2878-D9FE-CD36C24FFD8E}"/>
              </a:ext>
            </a:extLst>
          </p:cNvPr>
          <p:cNvSpPr/>
          <p:nvPr/>
        </p:nvSpPr>
        <p:spPr>
          <a:xfrm>
            <a:off x="6461760" y="2987040"/>
            <a:ext cx="5486400" cy="1645920"/>
          </a:xfrm>
          <a:prstGeom prst="rect">
            <a:avLst/>
          </a:prstGeom>
          <a:solidFill>
            <a:srgbClr val="FFFFFF"/>
          </a:solidFill>
          <a:ln w="12700">
            <a:solidFill>
              <a:srgbClr val="2E7D32"/>
            </a:solidFill>
            <a:prstDash val="solid"/>
          </a:ln>
          <a:effectLst>
            <a:outerShdw blurRad="101600" dist="38100" dir="8100000" algn="bl" rotWithShape="0">
              <a:srgbClr val="000000">
                <a:alpha val="12000"/>
              </a:srgbClr>
            </a:outerShdw>
          </a:effectLst>
        </p:spPr>
        <p:txBody>
          <a:bodyPr/>
          <a:lstStyle/>
          <a:p>
            <a:endParaRPr lang="en-US"/>
          </a:p>
        </p:txBody>
      </p:sp>
      <p:sp>
        <p:nvSpPr>
          <p:cNvPr id="112" name="Shape 28">
            <a:extLst>
              <a:ext uri="{FF2B5EF4-FFF2-40B4-BE49-F238E27FC236}">
                <a16:creationId xmlns:a16="http://schemas.microsoft.com/office/drawing/2014/main" id="{0E996225-D372-0091-DAFB-5E90EC67AA93}"/>
              </a:ext>
            </a:extLst>
          </p:cNvPr>
          <p:cNvSpPr/>
          <p:nvPr/>
        </p:nvSpPr>
        <p:spPr>
          <a:xfrm>
            <a:off x="6461760" y="2987040"/>
            <a:ext cx="5486400" cy="438912"/>
          </a:xfrm>
          <a:prstGeom prst="rect">
            <a:avLst/>
          </a:prstGeom>
          <a:solidFill>
            <a:srgbClr val="2E7D32"/>
          </a:solidFill>
          <a:ln w="12700">
            <a:solidFill>
              <a:srgbClr val="2E7D32"/>
            </a:solidFill>
            <a:prstDash val="solid"/>
          </a:ln>
        </p:spPr>
        <p:txBody>
          <a:bodyPr/>
          <a:lstStyle/>
          <a:p>
            <a:endParaRPr lang="en-US"/>
          </a:p>
        </p:txBody>
      </p:sp>
      <p:sp>
        <p:nvSpPr>
          <p:cNvPr id="113" name="Text 29">
            <a:extLst>
              <a:ext uri="{FF2B5EF4-FFF2-40B4-BE49-F238E27FC236}">
                <a16:creationId xmlns:a16="http://schemas.microsoft.com/office/drawing/2014/main" id="{A1727D67-2788-4F87-6648-FDD0CB571E06}"/>
              </a:ext>
            </a:extLst>
          </p:cNvPr>
          <p:cNvSpPr/>
          <p:nvPr/>
        </p:nvSpPr>
        <p:spPr>
          <a:xfrm>
            <a:off x="6608064" y="3023616"/>
            <a:ext cx="5242560" cy="365760"/>
          </a:xfrm>
          <a:prstGeom prst="rect">
            <a:avLst/>
          </a:prstGeom>
          <a:noFill/>
          <a:ln/>
        </p:spPr>
        <p:txBody>
          <a:bodyPr wrap="square" lIns="0" tIns="0" rIns="0" bIns="0" rtlCol="0" anchor="ctr"/>
          <a:lstStyle/>
          <a:p>
            <a:r>
              <a:rPr lang="en-US" sz="1600" b="1" dirty="0">
                <a:solidFill>
                  <a:srgbClr val="FFFFFF"/>
                </a:solidFill>
                <a:latin typeface="Calibri" pitchFamily="34" charset="0"/>
                <a:ea typeface="Calibri" pitchFamily="34" charset="-122"/>
                <a:cs typeface="Calibri" pitchFamily="34" charset="-120"/>
              </a:rPr>
              <a:t>Read Data (R)</a:t>
            </a:r>
            <a:endParaRPr lang="en-US" sz="1600" dirty="0"/>
          </a:p>
        </p:txBody>
      </p:sp>
      <p:sp>
        <p:nvSpPr>
          <p:cNvPr id="114" name="Text 30">
            <a:extLst>
              <a:ext uri="{FF2B5EF4-FFF2-40B4-BE49-F238E27FC236}">
                <a16:creationId xmlns:a16="http://schemas.microsoft.com/office/drawing/2014/main" id="{400410A4-AB70-3416-B270-BFD964885F33}"/>
              </a:ext>
            </a:extLst>
          </p:cNvPr>
          <p:cNvSpPr/>
          <p:nvPr/>
        </p:nvSpPr>
        <p:spPr>
          <a:xfrm>
            <a:off x="6608064" y="3499104"/>
            <a:ext cx="5242560" cy="341376"/>
          </a:xfrm>
          <a:prstGeom prst="rect">
            <a:avLst/>
          </a:prstGeom>
          <a:noFill/>
          <a:ln/>
        </p:spPr>
        <p:txBody>
          <a:bodyPr wrap="square" lIns="0" tIns="0" rIns="0" bIns="0" rtlCol="0" anchor="ctr"/>
          <a:lstStyle/>
          <a:p>
            <a:r>
              <a:rPr lang="en-US" sz="1467" dirty="0">
                <a:solidFill>
                  <a:srgbClr val="0D1B2A"/>
                </a:solidFill>
                <a:latin typeface="Consolas" pitchFamily="34" charset="0"/>
                <a:ea typeface="Consolas" pitchFamily="34" charset="-122"/>
                <a:cs typeface="Consolas" pitchFamily="34" charset="-120"/>
              </a:rPr>
              <a:t>• RVALID / RREADY</a:t>
            </a:r>
            <a:endParaRPr lang="en-US" sz="1467" dirty="0"/>
          </a:p>
        </p:txBody>
      </p:sp>
      <p:sp>
        <p:nvSpPr>
          <p:cNvPr id="115" name="Text 31">
            <a:extLst>
              <a:ext uri="{FF2B5EF4-FFF2-40B4-BE49-F238E27FC236}">
                <a16:creationId xmlns:a16="http://schemas.microsoft.com/office/drawing/2014/main" id="{BDFC063B-6D14-A69E-4EA4-BBC1DDE49998}"/>
              </a:ext>
            </a:extLst>
          </p:cNvPr>
          <p:cNvSpPr/>
          <p:nvPr/>
        </p:nvSpPr>
        <p:spPr>
          <a:xfrm>
            <a:off x="6608064" y="3864864"/>
            <a:ext cx="5242560" cy="341376"/>
          </a:xfrm>
          <a:prstGeom prst="rect">
            <a:avLst/>
          </a:prstGeom>
          <a:noFill/>
          <a:ln/>
        </p:spPr>
        <p:txBody>
          <a:bodyPr wrap="square" lIns="0" tIns="0" rIns="0" bIns="0" rtlCol="0" anchor="ctr"/>
          <a:lstStyle/>
          <a:p>
            <a:r>
              <a:rPr lang="en-US" sz="1467" dirty="0">
                <a:solidFill>
                  <a:srgbClr val="0D1B2A"/>
                </a:solidFill>
                <a:latin typeface="Consolas" pitchFamily="34" charset="0"/>
                <a:ea typeface="Consolas" pitchFamily="34" charset="-122"/>
                <a:cs typeface="Consolas" pitchFamily="34" charset="-120"/>
              </a:rPr>
              <a:t>• RDATA [31:0]</a:t>
            </a:r>
            <a:endParaRPr lang="en-US" sz="1467" dirty="0"/>
          </a:p>
        </p:txBody>
      </p:sp>
      <p:sp>
        <p:nvSpPr>
          <p:cNvPr id="116" name="Text 32">
            <a:extLst>
              <a:ext uri="{FF2B5EF4-FFF2-40B4-BE49-F238E27FC236}">
                <a16:creationId xmlns:a16="http://schemas.microsoft.com/office/drawing/2014/main" id="{4209B6D3-46E4-CD41-0BC1-5B89797B03E2}"/>
              </a:ext>
            </a:extLst>
          </p:cNvPr>
          <p:cNvSpPr/>
          <p:nvPr/>
        </p:nvSpPr>
        <p:spPr>
          <a:xfrm>
            <a:off x="6608064" y="4230624"/>
            <a:ext cx="5242560" cy="341376"/>
          </a:xfrm>
          <a:prstGeom prst="rect">
            <a:avLst/>
          </a:prstGeom>
          <a:noFill/>
          <a:ln/>
        </p:spPr>
        <p:txBody>
          <a:bodyPr wrap="square" lIns="0" tIns="0" rIns="0" bIns="0" rtlCol="0" anchor="ctr"/>
          <a:lstStyle/>
          <a:p>
            <a:r>
              <a:rPr lang="en-US" sz="1467" dirty="0">
                <a:solidFill>
                  <a:srgbClr val="0D1B2A"/>
                </a:solidFill>
                <a:latin typeface="Consolas" pitchFamily="34" charset="0"/>
                <a:ea typeface="Consolas" pitchFamily="34" charset="-122"/>
                <a:cs typeface="Consolas" pitchFamily="34" charset="-120"/>
              </a:rPr>
              <a:t>• RRESP [1:0]</a:t>
            </a:r>
            <a:endParaRPr lang="en-US" sz="1467" dirty="0"/>
          </a:p>
        </p:txBody>
      </p:sp>
      <p:sp>
        <p:nvSpPr>
          <p:cNvPr id="117" name="TextBox 116">
            <a:extLst>
              <a:ext uri="{FF2B5EF4-FFF2-40B4-BE49-F238E27FC236}">
                <a16:creationId xmlns:a16="http://schemas.microsoft.com/office/drawing/2014/main" id="{794D9AB6-8762-C3A1-5038-3F1603E510FD}"/>
              </a:ext>
            </a:extLst>
          </p:cNvPr>
          <p:cNvSpPr txBox="1"/>
          <p:nvPr/>
        </p:nvSpPr>
        <p:spPr>
          <a:xfrm>
            <a:off x="512064" y="232913"/>
            <a:ext cx="3861528" cy="461665"/>
          </a:xfrm>
          <a:prstGeom prst="rect">
            <a:avLst/>
          </a:prstGeom>
          <a:noFill/>
        </p:spPr>
        <p:txBody>
          <a:bodyPr wrap="square" rtlCol="0">
            <a:spAutoFit/>
          </a:bodyPr>
          <a:lstStyle/>
          <a:p>
            <a:r>
              <a:rPr lang="en-US" sz="2400" b="1" dirty="0"/>
              <a:t>AXI Lite Channel Signals</a:t>
            </a:r>
          </a:p>
        </p:txBody>
      </p:sp>
    </p:spTree>
    <p:extLst>
      <p:ext uri="{BB962C8B-B14F-4D97-AF65-F5344CB8AC3E}">
        <p14:creationId xmlns:p14="http://schemas.microsoft.com/office/powerpoint/2010/main" val="15939208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91A10059-B0E0-A011-C341-B0D74F2672EA}"/>
              </a:ext>
            </a:extLst>
          </p:cNvPr>
          <p:cNvSpPr txBox="1"/>
          <p:nvPr/>
        </p:nvSpPr>
        <p:spPr>
          <a:xfrm>
            <a:off x="597379" y="492508"/>
            <a:ext cx="6094562" cy="369332"/>
          </a:xfrm>
          <a:prstGeom prst="rect">
            <a:avLst/>
          </a:prstGeom>
          <a:noFill/>
        </p:spPr>
        <p:txBody>
          <a:bodyPr wrap="square">
            <a:spAutoFit/>
          </a:bodyPr>
          <a:lstStyle/>
          <a:p>
            <a:r>
              <a:rPr lang="en-US" dirty="0"/>
              <a:t>Transaction Channels</a:t>
            </a:r>
          </a:p>
        </p:txBody>
      </p:sp>
      <p:sp>
        <p:nvSpPr>
          <p:cNvPr id="10" name="TextBox 9">
            <a:extLst>
              <a:ext uri="{FF2B5EF4-FFF2-40B4-BE49-F238E27FC236}">
                <a16:creationId xmlns:a16="http://schemas.microsoft.com/office/drawing/2014/main" id="{AAFBDBEB-1579-CACC-3553-E3FA0E0AD7CE}"/>
              </a:ext>
            </a:extLst>
          </p:cNvPr>
          <p:cNvSpPr txBox="1"/>
          <p:nvPr/>
        </p:nvSpPr>
        <p:spPr>
          <a:xfrm>
            <a:off x="597379" y="1104983"/>
            <a:ext cx="6094562" cy="369332"/>
          </a:xfrm>
          <a:prstGeom prst="rect">
            <a:avLst/>
          </a:prstGeom>
          <a:noFill/>
        </p:spPr>
        <p:txBody>
          <a:bodyPr wrap="square">
            <a:spAutoFit/>
          </a:bodyPr>
          <a:lstStyle/>
          <a:p>
            <a:r>
              <a:rPr lang="en-US" dirty="0"/>
              <a:t>Write Address Channel:</a:t>
            </a:r>
          </a:p>
        </p:txBody>
      </p:sp>
      <p:pic>
        <p:nvPicPr>
          <p:cNvPr id="12" name="Picture 11">
            <a:extLst>
              <a:ext uri="{FF2B5EF4-FFF2-40B4-BE49-F238E27FC236}">
                <a16:creationId xmlns:a16="http://schemas.microsoft.com/office/drawing/2014/main" id="{CB6A0862-B612-2FD7-F783-E1D7CB96FDE1}"/>
              </a:ext>
            </a:extLst>
          </p:cNvPr>
          <p:cNvPicPr>
            <a:picLocks noChangeAspect="1"/>
          </p:cNvPicPr>
          <p:nvPr/>
        </p:nvPicPr>
        <p:blipFill>
          <a:blip r:embed="rId2"/>
          <a:stretch>
            <a:fillRect/>
          </a:stretch>
        </p:blipFill>
        <p:spPr>
          <a:xfrm>
            <a:off x="981633" y="1717458"/>
            <a:ext cx="10021699" cy="2333951"/>
          </a:xfrm>
          <a:prstGeom prst="rect">
            <a:avLst/>
          </a:prstGeom>
        </p:spPr>
      </p:pic>
      <p:sp>
        <p:nvSpPr>
          <p:cNvPr id="17" name="TextBox 16">
            <a:extLst>
              <a:ext uri="{FF2B5EF4-FFF2-40B4-BE49-F238E27FC236}">
                <a16:creationId xmlns:a16="http://schemas.microsoft.com/office/drawing/2014/main" id="{F14B30C2-48DC-F986-4642-47F39C7970DA}"/>
              </a:ext>
            </a:extLst>
          </p:cNvPr>
          <p:cNvSpPr txBox="1"/>
          <p:nvPr/>
        </p:nvSpPr>
        <p:spPr>
          <a:xfrm>
            <a:off x="981633" y="4294552"/>
            <a:ext cx="9982702" cy="2308324"/>
          </a:xfrm>
          <a:prstGeom prst="rect">
            <a:avLst/>
          </a:prstGeom>
          <a:noFill/>
        </p:spPr>
        <p:txBody>
          <a:bodyPr wrap="square">
            <a:spAutoFit/>
          </a:bodyPr>
          <a:lstStyle/>
          <a:p>
            <a:pPr marL="285750" indent="-285750">
              <a:buFont typeface="Arial" panose="020B0604020202020204" pitchFamily="34" charset="0"/>
              <a:buChar char="•"/>
            </a:pPr>
            <a:r>
              <a:rPr lang="en-US" dirty="0"/>
              <a:t>AWVALID: Write address valid. Master generates this signal when Write Address and control signals are valid Direction is from master to slave. </a:t>
            </a:r>
          </a:p>
          <a:p>
            <a:pPr marL="285750" indent="-285750">
              <a:buFont typeface="Arial" panose="020B0604020202020204" pitchFamily="34" charset="0"/>
              <a:buChar char="•"/>
            </a:pPr>
            <a:r>
              <a:rPr lang="en-US" dirty="0"/>
              <a:t>AWREADY: Write address ready. Slave generates this signal when it can accept Write Address and control signals Direction is from Slave to master.</a:t>
            </a:r>
            <a:br>
              <a:rPr lang="en-US" dirty="0"/>
            </a:br>
            <a:r>
              <a:rPr lang="en-US" dirty="0"/>
              <a:t>AWADDR: Write address, usually 32-bits wide. Direction is from master to slave. </a:t>
            </a:r>
          </a:p>
          <a:p>
            <a:pPr marL="285750" indent="-285750">
              <a:buFont typeface="Arial" panose="020B0604020202020204" pitchFamily="34" charset="0"/>
              <a:buChar char="•"/>
            </a:pPr>
            <a:r>
              <a:rPr lang="en-US" dirty="0"/>
              <a:t>AWPROT: Protection type.3 bit signal which defines the protection type Direction is from master to slave. </a:t>
            </a:r>
          </a:p>
          <a:p>
            <a:endParaRPr lang="en-US" dirty="0"/>
          </a:p>
        </p:txBody>
      </p:sp>
    </p:spTree>
    <p:extLst>
      <p:ext uri="{BB962C8B-B14F-4D97-AF65-F5344CB8AC3E}">
        <p14:creationId xmlns:p14="http://schemas.microsoft.com/office/powerpoint/2010/main" val="30949837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11">
            <a:extLst>
              <a:ext uri="{FF2B5EF4-FFF2-40B4-BE49-F238E27FC236}">
                <a16:creationId xmlns:a16="http://schemas.microsoft.com/office/drawing/2014/main" id="{B106900D-D3C6-BA47-0FE3-31FF4E2A821F}"/>
              </a:ext>
            </a:extLst>
          </p:cNvPr>
          <p:cNvSpPr txBox="1"/>
          <p:nvPr/>
        </p:nvSpPr>
        <p:spPr>
          <a:xfrm>
            <a:off x="735401" y="518387"/>
            <a:ext cx="6094562" cy="369332"/>
          </a:xfrm>
          <a:prstGeom prst="rect">
            <a:avLst/>
          </a:prstGeom>
          <a:noFill/>
        </p:spPr>
        <p:txBody>
          <a:bodyPr wrap="square">
            <a:spAutoFit/>
          </a:bodyPr>
          <a:lstStyle/>
          <a:p>
            <a:r>
              <a:rPr lang="en-US" dirty="0"/>
              <a:t>Write Data Channel:</a:t>
            </a:r>
          </a:p>
        </p:txBody>
      </p:sp>
      <p:pic>
        <p:nvPicPr>
          <p:cNvPr id="14" name="Picture 13">
            <a:extLst>
              <a:ext uri="{FF2B5EF4-FFF2-40B4-BE49-F238E27FC236}">
                <a16:creationId xmlns:a16="http://schemas.microsoft.com/office/drawing/2014/main" id="{6E412672-C0D9-5EFF-F330-601B87D76067}"/>
              </a:ext>
            </a:extLst>
          </p:cNvPr>
          <p:cNvPicPr>
            <a:picLocks noChangeAspect="1"/>
          </p:cNvPicPr>
          <p:nvPr/>
        </p:nvPicPr>
        <p:blipFill>
          <a:blip r:embed="rId2"/>
          <a:stretch>
            <a:fillRect/>
          </a:stretch>
        </p:blipFill>
        <p:spPr>
          <a:xfrm>
            <a:off x="735401" y="926538"/>
            <a:ext cx="10164594" cy="2362530"/>
          </a:xfrm>
          <a:prstGeom prst="rect">
            <a:avLst/>
          </a:prstGeom>
        </p:spPr>
      </p:pic>
      <p:sp>
        <p:nvSpPr>
          <p:cNvPr id="16" name="TextBox 15">
            <a:extLst>
              <a:ext uri="{FF2B5EF4-FFF2-40B4-BE49-F238E27FC236}">
                <a16:creationId xmlns:a16="http://schemas.microsoft.com/office/drawing/2014/main" id="{DE7B0061-5B6D-892C-22F4-7CE74FE403F6}"/>
              </a:ext>
            </a:extLst>
          </p:cNvPr>
          <p:cNvSpPr txBox="1"/>
          <p:nvPr/>
        </p:nvSpPr>
        <p:spPr>
          <a:xfrm>
            <a:off x="1442767" y="3568933"/>
            <a:ext cx="8581127" cy="2031325"/>
          </a:xfrm>
          <a:prstGeom prst="rect">
            <a:avLst/>
          </a:prstGeom>
          <a:noFill/>
        </p:spPr>
        <p:txBody>
          <a:bodyPr wrap="square">
            <a:spAutoFit/>
          </a:bodyPr>
          <a:lstStyle/>
          <a:p>
            <a:r>
              <a:rPr lang="en-US" dirty="0"/>
              <a:t>WVALID: Write data valid. Master generates this signal when Write data and control signals are valid . Direction is from master to slave. </a:t>
            </a:r>
          </a:p>
          <a:p>
            <a:r>
              <a:rPr lang="en-US" dirty="0"/>
              <a:t> WREADY: Write data ready. Slave generates this signal when it can accept Write data and control signals Direction is from Slave to master.</a:t>
            </a:r>
          </a:p>
          <a:p>
            <a:r>
              <a:rPr lang="en-US" dirty="0"/>
              <a:t>WDATA: Write data, usually 32-bits wide. Direction is from master to slave.  </a:t>
            </a:r>
          </a:p>
          <a:p>
            <a:r>
              <a:rPr lang="en-US" dirty="0"/>
              <a:t>WSTRB: Write strobes. 4-bit signal indicating which of the 4-bytes of Write Data. Slaves can choose assume all bytes are valid Direction is from master to slave</a:t>
            </a:r>
          </a:p>
        </p:txBody>
      </p:sp>
    </p:spTree>
    <p:extLst>
      <p:ext uri="{BB962C8B-B14F-4D97-AF65-F5344CB8AC3E}">
        <p14:creationId xmlns:p14="http://schemas.microsoft.com/office/powerpoint/2010/main" val="33808228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683A761C-291A-D7BF-43FA-5F0F9BDAE112}"/>
              </a:ext>
            </a:extLst>
          </p:cNvPr>
          <p:cNvSpPr txBox="1"/>
          <p:nvPr/>
        </p:nvSpPr>
        <p:spPr>
          <a:xfrm>
            <a:off x="761281" y="544267"/>
            <a:ext cx="6094562" cy="369332"/>
          </a:xfrm>
          <a:prstGeom prst="rect">
            <a:avLst/>
          </a:prstGeom>
          <a:noFill/>
        </p:spPr>
        <p:txBody>
          <a:bodyPr wrap="square">
            <a:spAutoFit/>
          </a:bodyPr>
          <a:lstStyle/>
          <a:p>
            <a:r>
              <a:rPr lang="en-US" dirty="0"/>
              <a:t>Write Response Channel:</a:t>
            </a:r>
          </a:p>
        </p:txBody>
      </p:sp>
      <p:pic>
        <p:nvPicPr>
          <p:cNvPr id="10" name="Picture 9">
            <a:extLst>
              <a:ext uri="{FF2B5EF4-FFF2-40B4-BE49-F238E27FC236}">
                <a16:creationId xmlns:a16="http://schemas.microsoft.com/office/drawing/2014/main" id="{0AF7E07D-F6EC-D464-A4D9-57FFA6722138}"/>
              </a:ext>
            </a:extLst>
          </p:cNvPr>
          <p:cNvPicPr>
            <a:picLocks noChangeAspect="1"/>
          </p:cNvPicPr>
          <p:nvPr/>
        </p:nvPicPr>
        <p:blipFill>
          <a:blip r:embed="rId2"/>
          <a:stretch>
            <a:fillRect/>
          </a:stretch>
        </p:blipFill>
        <p:spPr>
          <a:xfrm>
            <a:off x="1010848" y="1355196"/>
            <a:ext cx="9859751" cy="1991003"/>
          </a:xfrm>
          <a:prstGeom prst="rect">
            <a:avLst/>
          </a:prstGeom>
        </p:spPr>
      </p:pic>
      <p:sp>
        <p:nvSpPr>
          <p:cNvPr id="12" name="TextBox 11">
            <a:extLst>
              <a:ext uri="{FF2B5EF4-FFF2-40B4-BE49-F238E27FC236}">
                <a16:creationId xmlns:a16="http://schemas.microsoft.com/office/drawing/2014/main" id="{AF464CFB-CDB6-5985-58FF-B391986FDACA}"/>
              </a:ext>
            </a:extLst>
          </p:cNvPr>
          <p:cNvSpPr txBox="1"/>
          <p:nvPr/>
        </p:nvSpPr>
        <p:spPr>
          <a:xfrm>
            <a:off x="1667412" y="3724553"/>
            <a:ext cx="8546621" cy="1754326"/>
          </a:xfrm>
          <a:prstGeom prst="rect">
            <a:avLst/>
          </a:prstGeom>
          <a:noFill/>
        </p:spPr>
        <p:txBody>
          <a:bodyPr wrap="square">
            <a:spAutoFit/>
          </a:bodyPr>
          <a:lstStyle/>
          <a:p>
            <a:r>
              <a:rPr lang="en-US" dirty="0"/>
              <a:t>BVALID: Write response. This signal indicates the status of the write transaction. Direction is from slave to master. </a:t>
            </a:r>
          </a:p>
          <a:p>
            <a:r>
              <a:rPr lang="en-US" dirty="0"/>
              <a:t>BREADY: Write response valid. Slave generates this signal when the write response on the bus is valid. Direction is from master to slave. </a:t>
            </a:r>
          </a:p>
          <a:p>
            <a:r>
              <a:rPr lang="en-US" dirty="0"/>
              <a:t>BRESP: Write response. This signal indicates the status of the write transaction. Direction is from slave to master</a:t>
            </a:r>
          </a:p>
        </p:txBody>
      </p:sp>
    </p:spTree>
    <p:extLst>
      <p:ext uri="{BB962C8B-B14F-4D97-AF65-F5344CB8AC3E}">
        <p14:creationId xmlns:p14="http://schemas.microsoft.com/office/powerpoint/2010/main" val="30971821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BA221740-B50A-731A-A138-AC7E105549DB}"/>
              </a:ext>
            </a:extLst>
          </p:cNvPr>
          <p:cNvSpPr txBox="1"/>
          <p:nvPr/>
        </p:nvSpPr>
        <p:spPr>
          <a:xfrm>
            <a:off x="640511" y="475255"/>
            <a:ext cx="6094562" cy="369332"/>
          </a:xfrm>
          <a:prstGeom prst="rect">
            <a:avLst/>
          </a:prstGeom>
          <a:noFill/>
        </p:spPr>
        <p:txBody>
          <a:bodyPr wrap="square">
            <a:spAutoFit/>
          </a:bodyPr>
          <a:lstStyle/>
          <a:p>
            <a:r>
              <a:rPr lang="en-US" dirty="0"/>
              <a:t>Read Address Channel: </a:t>
            </a:r>
          </a:p>
        </p:txBody>
      </p:sp>
      <p:sp>
        <p:nvSpPr>
          <p:cNvPr id="10" name="TextBox 9">
            <a:extLst>
              <a:ext uri="{FF2B5EF4-FFF2-40B4-BE49-F238E27FC236}">
                <a16:creationId xmlns:a16="http://schemas.microsoft.com/office/drawing/2014/main" id="{B71EC8BA-79AC-B279-F54A-2257D700F655}"/>
              </a:ext>
            </a:extLst>
          </p:cNvPr>
          <p:cNvSpPr txBox="1"/>
          <p:nvPr/>
        </p:nvSpPr>
        <p:spPr>
          <a:xfrm>
            <a:off x="951061" y="3671840"/>
            <a:ext cx="10504817" cy="1754326"/>
          </a:xfrm>
          <a:prstGeom prst="rect">
            <a:avLst/>
          </a:prstGeom>
          <a:noFill/>
        </p:spPr>
        <p:txBody>
          <a:bodyPr wrap="square">
            <a:spAutoFit/>
          </a:bodyPr>
          <a:lstStyle/>
          <a:p>
            <a:r>
              <a:rPr lang="en-US" dirty="0"/>
              <a:t>ARVALID: Read address valid. Master generates this signal when Read Address and the control signals are valid. Direction is from master to slave. </a:t>
            </a:r>
          </a:p>
          <a:p>
            <a:r>
              <a:rPr lang="en-US" dirty="0"/>
              <a:t> READY: Read address ready. Slave generates this signal when it can accept the read address and control signals. Direction is from Slave to master. </a:t>
            </a:r>
          </a:p>
          <a:p>
            <a:r>
              <a:rPr lang="en-US" dirty="0"/>
              <a:t>ARADDR: Read address, usually 32-bit wide. Direction is from master to slave. </a:t>
            </a:r>
          </a:p>
          <a:p>
            <a:r>
              <a:rPr lang="en-US" dirty="0"/>
              <a:t>ARPROT: A 3 bit signal used to define the protection type Direction is from master to slave.</a:t>
            </a:r>
          </a:p>
        </p:txBody>
      </p:sp>
      <p:pic>
        <p:nvPicPr>
          <p:cNvPr id="12" name="Picture 11">
            <a:extLst>
              <a:ext uri="{FF2B5EF4-FFF2-40B4-BE49-F238E27FC236}">
                <a16:creationId xmlns:a16="http://schemas.microsoft.com/office/drawing/2014/main" id="{65989107-FE63-7046-E46C-AC1BB736A216}"/>
              </a:ext>
            </a:extLst>
          </p:cNvPr>
          <p:cNvPicPr>
            <a:picLocks noChangeAspect="1"/>
          </p:cNvPicPr>
          <p:nvPr/>
        </p:nvPicPr>
        <p:blipFill>
          <a:blip r:embed="rId2"/>
          <a:stretch>
            <a:fillRect/>
          </a:stretch>
        </p:blipFill>
        <p:spPr>
          <a:xfrm>
            <a:off x="1101612" y="1138870"/>
            <a:ext cx="9764488" cy="2238687"/>
          </a:xfrm>
          <a:prstGeom prst="rect">
            <a:avLst/>
          </a:prstGeom>
        </p:spPr>
      </p:pic>
    </p:spTree>
    <p:extLst>
      <p:ext uri="{BB962C8B-B14F-4D97-AF65-F5344CB8AC3E}">
        <p14:creationId xmlns:p14="http://schemas.microsoft.com/office/powerpoint/2010/main" val="24447079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1D5D9AD8-771A-F632-49D8-5A0ABE0DB4CB}"/>
              </a:ext>
            </a:extLst>
          </p:cNvPr>
          <p:cNvSpPr txBox="1"/>
          <p:nvPr/>
        </p:nvSpPr>
        <p:spPr>
          <a:xfrm>
            <a:off x="864026" y="621904"/>
            <a:ext cx="6094562" cy="369332"/>
          </a:xfrm>
          <a:prstGeom prst="rect">
            <a:avLst/>
          </a:prstGeom>
          <a:noFill/>
        </p:spPr>
        <p:txBody>
          <a:bodyPr wrap="square">
            <a:spAutoFit/>
          </a:bodyPr>
          <a:lstStyle/>
          <a:p>
            <a:r>
              <a:rPr lang="en-US" dirty="0"/>
              <a:t>Read Data Channel</a:t>
            </a:r>
          </a:p>
        </p:txBody>
      </p:sp>
      <p:pic>
        <p:nvPicPr>
          <p:cNvPr id="10" name="Picture 9">
            <a:extLst>
              <a:ext uri="{FF2B5EF4-FFF2-40B4-BE49-F238E27FC236}">
                <a16:creationId xmlns:a16="http://schemas.microsoft.com/office/drawing/2014/main" id="{6E8594A3-C284-B938-392A-51A2277A5628}"/>
              </a:ext>
            </a:extLst>
          </p:cNvPr>
          <p:cNvPicPr>
            <a:picLocks noChangeAspect="1"/>
          </p:cNvPicPr>
          <p:nvPr/>
        </p:nvPicPr>
        <p:blipFill>
          <a:blip r:embed="rId2"/>
          <a:stretch>
            <a:fillRect/>
          </a:stretch>
        </p:blipFill>
        <p:spPr>
          <a:xfrm>
            <a:off x="864026" y="1212565"/>
            <a:ext cx="9888330" cy="2362530"/>
          </a:xfrm>
          <a:prstGeom prst="rect">
            <a:avLst/>
          </a:prstGeom>
        </p:spPr>
      </p:pic>
      <p:sp>
        <p:nvSpPr>
          <p:cNvPr id="12" name="TextBox 11">
            <a:extLst>
              <a:ext uri="{FF2B5EF4-FFF2-40B4-BE49-F238E27FC236}">
                <a16:creationId xmlns:a16="http://schemas.microsoft.com/office/drawing/2014/main" id="{8B47DAF6-E907-B722-36AB-A817114A7872}"/>
              </a:ext>
            </a:extLst>
          </p:cNvPr>
          <p:cNvSpPr txBox="1"/>
          <p:nvPr/>
        </p:nvSpPr>
        <p:spPr>
          <a:xfrm>
            <a:off x="982790" y="3796424"/>
            <a:ext cx="9443768" cy="2031325"/>
          </a:xfrm>
          <a:prstGeom prst="rect">
            <a:avLst/>
          </a:prstGeom>
          <a:noFill/>
        </p:spPr>
        <p:txBody>
          <a:bodyPr wrap="square">
            <a:spAutoFit/>
          </a:bodyPr>
          <a:lstStyle/>
          <a:p>
            <a:r>
              <a:rPr lang="en-US" dirty="0"/>
              <a:t>RVALID: Read valid. Slave generates this signal when Read Data is valid Direction is from slave to master. </a:t>
            </a:r>
          </a:p>
          <a:p>
            <a:r>
              <a:rPr lang="en-US" dirty="0"/>
              <a:t>RREADY: Read ready. Master generates this signal when it can accept the Read Data and response. Direction is from master to slave. </a:t>
            </a:r>
          </a:p>
          <a:p>
            <a:r>
              <a:rPr lang="en-US" dirty="0"/>
              <a:t> RDATA: Read Data (32-bit only). Direction is from slave to master. </a:t>
            </a:r>
          </a:p>
          <a:p>
            <a:r>
              <a:rPr lang="en-US" dirty="0"/>
              <a:t> RRESP: Read response. This signal indicates the status of data transfer. Direction is from slave to master.</a:t>
            </a:r>
          </a:p>
        </p:txBody>
      </p:sp>
    </p:spTree>
    <p:extLst>
      <p:ext uri="{BB962C8B-B14F-4D97-AF65-F5344CB8AC3E}">
        <p14:creationId xmlns:p14="http://schemas.microsoft.com/office/powerpoint/2010/main" val="31991327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981AE7FB-A4A4-AF31-44A8-700EE08B07DB}"/>
              </a:ext>
            </a:extLst>
          </p:cNvPr>
          <p:cNvSpPr txBox="1"/>
          <p:nvPr/>
        </p:nvSpPr>
        <p:spPr>
          <a:xfrm>
            <a:off x="5456511" y="1219858"/>
            <a:ext cx="6094562" cy="3416320"/>
          </a:xfrm>
          <a:prstGeom prst="rect">
            <a:avLst/>
          </a:prstGeom>
          <a:noFill/>
        </p:spPr>
        <p:txBody>
          <a:bodyPr wrap="square">
            <a:spAutoFit/>
          </a:bodyPr>
          <a:lstStyle/>
          <a:p>
            <a:r>
              <a:rPr lang="en-US" dirty="0"/>
              <a:t>AXI4-Lite Handshake Basics</a:t>
            </a:r>
          </a:p>
          <a:p>
            <a:pPr>
              <a:buFont typeface="Arial" panose="020B0604020202020204" pitchFamily="34" charset="0"/>
              <a:buChar char="•"/>
            </a:pPr>
            <a:r>
              <a:rPr lang="en-US" dirty="0"/>
              <a:t>Uses VALID and READY signals for communication</a:t>
            </a:r>
          </a:p>
          <a:p>
            <a:pPr>
              <a:buFont typeface="Arial" panose="020B0604020202020204" pitchFamily="34" charset="0"/>
              <a:buChar char="•"/>
            </a:pPr>
            <a:r>
              <a:rPr lang="en-US" dirty="0"/>
              <a:t>Ensures reliable data transfer without data loss</a:t>
            </a:r>
          </a:p>
          <a:p>
            <a:pPr>
              <a:buFont typeface="Arial" panose="020B0604020202020204" pitchFamily="34" charset="0"/>
              <a:buChar char="•"/>
            </a:pPr>
            <a:r>
              <a:rPr lang="en-US" dirty="0"/>
              <a:t>Transfer occurs only when both VALID and READY are HIGH</a:t>
            </a:r>
          </a:p>
          <a:p>
            <a:pPr>
              <a:buFont typeface="Arial" panose="020B0604020202020204" pitchFamily="34" charset="0"/>
              <a:buChar char="•"/>
            </a:pPr>
            <a:r>
              <a:rPr lang="en-US" sz="1800" b="1" dirty="0">
                <a:solidFill>
                  <a:srgbClr val="F4A261"/>
                </a:solidFill>
                <a:latin typeface="Calibri" pitchFamily="34" charset="0"/>
                <a:ea typeface="Calibri" pitchFamily="34" charset="-122"/>
                <a:cs typeface="Calibri" pitchFamily="34" charset="-120"/>
              </a:rPr>
              <a:t>Master drives VALID</a:t>
            </a:r>
          </a:p>
          <a:p>
            <a:pPr>
              <a:buFont typeface="Arial" panose="020B0604020202020204" pitchFamily="34" charset="0"/>
              <a:buChar char="•"/>
            </a:pPr>
            <a:r>
              <a:rPr lang="en-US" sz="1800" b="1" dirty="0">
                <a:solidFill>
                  <a:srgbClr val="F4A261"/>
                </a:solidFill>
                <a:latin typeface="Calibri" pitchFamily="34" charset="0"/>
                <a:ea typeface="Calibri" pitchFamily="34" charset="-122"/>
                <a:cs typeface="Calibri" pitchFamily="34" charset="-120"/>
              </a:rPr>
              <a:t>Slave drives READY</a:t>
            </a:r>
          </a:p>
          <a:p>
            <a:pPr>
              <a:buFont typeface="Arial" panose="020B0604020202020204" pitchFamily="34" charset="0"/>
              <a:buChar char="•"/>
            </a:pPr>
            <a:r>
              <a:rPr lang="en-US" sz="1800" dirty="0">
                <a:solidFill>
                  <a:srgbClr val="0D1B2A"/>
                </a:solidFill>
                <a:latin typeface="Calibri" pitchFamily="34" charset="0"/>
                <a:ea typeface="Calibri" pitchFamily="34" charset="-122"/>
                <a:cs typeface="Calibri" pitchFamily="34" charset="-120"/>
              </a:rPr>
              <a:t>Once VALID goes high, master cannot </a:t>
            </a:r>
            <a:r>
              <a:rPr lang="en-US" sz="1800" dirty="0" err="1">
                <a:solidFill>
                  <a:srgbClr val="0D1B2A"/>
                </a:solidFill>
                <a:latin typeface="Calibri" pitchFamily="34" charset="0"/>
                <a:ea typeface="Calibri" pitchFamily="34" charset="-122"/>
                <a:cs typeface="Calibri" pitchFamily="34" charset="-120"/>
              </a:rPr>
              <a:t>deassert</a:t>
            </a:r>
            <a:r>
              <a:rPr lang="en-US" sz="1800" dirty="0">
                <a:solidFill>
                  <a:srgbClr val="0D1B2A"/>
                </a:solidFill>
                <a:latin typeface="Calibri" pitchFamily="34" charset="0"/>
                <a:ea typeface="Calibri" pitchFamily="34" charset="-122"/>
                <a:cs typeface="Calibri" pitchFamily="34" charset="-120"/>
              </a:rPr>
              <a:t> until transfer completes</a:t>
            </a:r>
            <a:endParaRPr lang="en-US" sz="1800" dirty="0"/>
          </a:p>
          <a:p>
            <a:pPr>
              <a:buFont typeface="Arial" panose="020B0604020202020204" pitchFamily="34" charset="0"/>
              <a:buChar char="•"/>
            </a:pPr>
            <a:endParaRPr lang="en-US" sz="1800" dirty="0"/>
          </a:p>
          <a:p>
            <a:pPr>
              <a:buFont typeface="Arial" panose="020B0604020202020204" pitchFamily="34" charset="0"/>
              <a:buChar char="•"/>
            </a:pPr>
            <a:endParaRPr lang="en-US" sz="1800" dirty="0"/>
          </a:p>
          <a:p>
            <a:pPr>
              <a:buFont typeface="Arial" panose="020B0604020202020204" pitchFamily="34" charset="0"/>
              <a:buChar char="•"/>
            </a:pPr>
            <a:endParaRPr lang="en-US" dirty="0"/>
          </a:p>
        </p:txBody>
      </p:sp>
      <p:sp>
        <p:nvSpPr>
          <p:cNvPr id="13" name="TextBox 12">
            <a:extLst>
              <a:ext uri="{FF2B5EF4-FFF2-40B4-BE49-F238E27FC236}">
                <a16:creationId xmlns:a16="http://schemas.microsoft.com/office/drawing/2014/main" id="{BD4B88BD-9D1D-A8D0-31FD-29D2A6C49BDA}"/>
              </a:ext>
            </a:extLst>
          </p:cNvPr>
          <p:cNvSpPr txBox="1"/>
          <p:nvPr/>
        </p:nvSpPr>
        <p:spPr>
          <a:xfrm>
            <a:off x="5456511" y="3814978"/>
            <a:ext cx="6094562" cy="1477328"/>
          </a:xfrm>
          <a:prstGeom prst="rect">
            <a:avLst/>
          </a:prstGeom>
          <a:noFill/>
        </p:spPr>
        <p:txBody>
          <a:bodyPr wrap="square">
            <a:spAutoFit/>
          </a:bodyPr>
          <a:lstStyle/>
          <a:p>
            <a:r>
              <a:rPr lang="en-US" dirty="0"/>
              <a:t>Key Handshake Rule</a:t>
            </a:r>
          </a:p>
          <a:p>
            <a:pPr>
              <a:buFont typeface="Arial" panose="020B0604020202020204" pitchFamily="34" charset="0"/>
              <a:buChar char="•"/>
            </a:pPr>
            <a:r>
              <a:rPr lang="en-US" dirty="0"/>
              <a:t>VALID = 1 → Sender has valid data/address</a:t>
            </a:r>
          </a:p>
          <a:p>
            <a:pPr>
              <a:buFont typeface="Arial" panose="020B0604020202020204" pitchFamily="34" charset="0"/>
              <a:buChar char="•"/>
            </a:pPr>
            <a:r>
              <a:rPr lang="en-US" dirty="0"/>
              <a:t>READY = 1 → Receiver is ready to accept</a:t>
            </a:r>
          </a:p>
          <a:p>
            <a:pPr>
              <a:buFont typeface="Arial" panose="020B0604020202020204" pitchFamily="34" charset="0"/>
              <a:buChar char="•"/>
            </a:pPr>
            <a:r>
              <a:rPr lang="en-US" dirty="0"/>
              <a:t>Data transfer happens when VALID &amp;&amp; READY = 1 (same clock cycle)</a:t>
            </a:r>
          </a:p>
        </p:txBody>
      </p:sp>
      <p:pic>
        <p:nvPicPr>
          <p:cNvPr id="15" name="Picture 14">
            <a:extLst>
              <a:ext uri="{FF2B5EF4-FFF2-40B4-BE49-F238E27FC236}">
                <a16:creationId xmlns:a16="http://schemas.microsoft.com/office/drawing/2014/main" id="{B78779A1-6B44-8F4E-965C-C2E6652CF347}"/>
              </a:ext>
            </a:extLst>
          </p:cNvPr>
          <p:cNvPicPr>
            <a:picLocks noChangeAspect="1"/>
          </p:cNvPicPr>
          <p:nvPr/>
        </p:nvPicPr>
        <p:blipFill>
          <a:blip r:embed="rId2"/>
          <a:stretch>
            <a:fillRect/>
          </a:stretch>
        </p:blipFill>
        <p:spPr>
          <a:xfrm>
            <a:off x="207034" y="789317"/>
            <a:ext cx="4874741" cy="4502989"/>
          </a:xfrm>
          <a:prstGeom prst="rect">
            <a:avLst/>
          </a:prstGeom>
        </p:spPr>
      </p:pic>
      <p:sp>
        <p:nvSpPr>
          <p:cNvPr id="16" name="TextBox 15">
            <a:extLst>
              <a:ext uri="{FF2B5EF4-FFF2-40B4-BE49-F238E27FC236}">
                <a16:creationId xmlns:a16="http://schemas.microsoft.com/office/drawing/2014/main" id="{2A7993C7-9DE2-6409-BBE8-03F75C747B0B}"/>
              </a:ext>
            </a:extLst>
          </p:cNvPr>
          <p:cNvSpPr txBox="1"/>
          <p:nvPr/>
        </p:nvSpPr>
        <p:spPr>
          <a:xfrm>
            <a:off x="424420" y="203197"/>
            <a:ext cx="5403586" cy="461665"/>
          </a:xfrm>
          <a:prstGeom prst="rect">
            <a:avLst/>
          </a:prstGeom>
          <a:noFill/>
        </p:spPr>
        <p:txBody>
          <a:bodyPr wrap="square" rtlCol="0">
            <a:spAutoFit/>
          </a:bodyPr>
          <a:lstStyle/>
          <a:p>
            <a:r>
              <a:rPr lang="en-US" sz="2400" b="1" dirty="0"/>
              <a:t>Handshake</a:t>
            </a:r>
            <a:r>
              <a:rPr lang="en-US" sz="2400" dirty="0"/>
              <a:t> </a:t>
            </a:r>
            <a:r>
              <a:rPr lang="en-US" sz="2400" b="1" dirty="0"/>
              <a:t>Protocol</a:t>
            </a:r>
          </a:p>
        </p:txBody>
      </p:sp>
    </p:spTree>
    <p:extLst>
      <p:ext uri="{BB962C8B-B14F-4D97-AF65-F5344CB8AC3E}">
        <p14:creationId xmlns:p14="http://schemas.microsoft.com/office/powerpoint/2010/main" val="40369609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5F37B89D-F68F-CB1F-C0BB-F09AE4CA74CE}"/>
              </a:ext>
            </a:extLst>
          </p:cNvPr>
          <p:cNvPicPr>
            <a:picLocks noChangeAspect="1"/>
          </p:cNvPicPr>
          <p:nvPr/>
        </p:nvPicPr>
        <p:blipFill>
          <a:blip r:embed="rId2"/>
          <a:stretch>
            <a:fillRect/>
          </a:stretch>
        </p:blipFill>
        <p:spPr>
          <a:xfrm>
            <a:off x="2315910" y="851901"/>
            <a:ext cx="6611273" cy="1962424"/>
          </a:xfrm>
          <a:prstGeom prst="rect">
            <a:avLst/>
          </a:prstGeom>
        </p:spPr>
      </p:pic>
      <p:sp>
        <p:nvSpPr>
          <p:cNvPr id="12" name="TextBox 11">
            <a:extLst>
              <a:ext uri="{FF2B5EF4-FFF2-40B4-BE49-F238E27FC236}">
                <a16:creationId xmlns:a16="http://schemas.microsoft.com/office/drawing/2014/main" id="{7E2BD670-5F04-B95C-F3B3-FBD1DC9129E4}"/>
              </a:ext>
            </a:extLst>
          </p:cNvPr>
          <p:cNvSpPr txBox="1"/>
          <p:nvPr/>
        </p:nvSpPr>
        <p:spPr>
          <a:xfrm>
            <a:off x="345057" y="2968333"/>
            <a:ext cx="10783017" cy="3693319"/>
          </a:xfrm>
          <a:prstGeom prst="rect">
            <a:avLst/>
          </a:prstGeom>
          <a:noFill/>
        </p:spPr>
        <p:txBody>
          <a:bodyPr wrap="square">
            <a:spAutoFit/>
          </a:bodyPr>
          <a:lstStyle/>
          <a:p>
            <a:r>
              <a:rPr lang="en-US" dirty="0"/>
              <a:t>1.The Master puts an address on the Write Address channel and data on the Write data channel. At the same time it asserts AWVALID and WVALID indicating the address and data on the respective channels is valid. BREADY is also asserted by the Master, indicating it is ready to receive a response. </a:t>
            </a:r>
          </a:p>
          <a:p>
            <a:r>
              <a:rPr lang="en-US" dirty="0"/>
              <a:t>2. The Slave asserts AWREADY and WREADY on the Write Address and Write Data channels, respectively. </a:t>
            </a:r>
          </a:p>
          <a:p>
            <a:r>
              <a:rPr lang="en-US" dirty="0"/>
              <a:t>3. Since Valid and Ready signals are present on both the Write Address and Write Data channels, the handshakes on those channels occur and the associated Valid and Ready signals can be </a:t>
            </a:r>
            <a:r>
              <a:rPr lang="en-US" dirty="0" err="1"/>
              <a:t>deasserted</a:t>
            </a:r>
            <a:r>
              <a:rPr lang="en-US" dirty="0"/>
              <a:t>. (After both handshakes occur, the slave has the write address and data) </a:t>
            </a:r>
          </a:p>
          <a:p>
            <a:r>
              <a:rPr lang="en-US" dirty="0"/>
              <a:t>4. The Slave asserts BVALID, indicating there is a valid </a:t>
            </a:r>
            <a:r>
              <a:rPr lang="en-US" dirty="0" err="1"/>
              <a:t>reponse</a:t>
            </a:r>
            <a:r>
              <a:rPr lang="en-US" dirty="0"/>
              <a:t> on the Write response channel. (in this case the response is 2’b00, that being ‘OKAY’). </a:t>
            </a:r>
          </a:p>
          <a:p>
            <a:r>
              <a:rPr lang="en-US" dirty="0"/>
              <a:t>5. The next rising clock edge completes the transaction, with both the Ready and Valid signals on the write response channel high. </a:t>
            </a:r>
          </a:p>
        </p:txBody>
      </p:sp>
      <p:sp>
        <p:nvSpPr>
          <p:cNvPr id="2" name="TextBox 1">
            <a:extLst>
              <a:ext uri="{FF2B5EF4-FFF2-40B4-BE49-F238E27FC236}">
                <a16:creationId xmlns:a16="http://schemas.microsoft.com/office/drawing/2014/main" id="{EB30F3CE-3CB9-3952-8176-108FAF852218}"/>
              </a:ext>
            </a:extLst>
          </p:cNvPr>
          <p:cNvSpPr txBox="1"/>
          <p:nvPr/>
        </p:nvSpPr>
        <p:spPr>
          <a:xfrm>
            <a:off x="345056" y="354564"/>
            <a:ext cx="3592461" cy="738664"/>
          </a:xfrm>
          <a:prstGeom prst="rect">
            <a:avLst/>
          </a:prstGeom>
          <a:noFill/>
        </p:spPr>
        <p:txBody>
          <a:bodyPr wrap="square" rtlCol="0">
            <a:spAutoFit/>
          </a:bodyPr>
          <a:lstStyle/>
          <a:p>
            <a:r>
              <a:rPr lang="en-US" sz="2400" b="1" dirty="0"/>
              <a:t>Write Operation</a:t>
            </a:r>
            <a:endParaRPr lang="en-US" dirty="0"/>
          </a:p>
          <a:p>
            <a:endParaRPr lang="en-IN" dirty="0"/>
          </a:p>
        </p:txBody>
      </p:sp>
    </p:spTree>
    <p:extLst>
      <p:ext uri="{BB962C8B-B14F-4D97-AF65-F5344CB8AC3E}">
        <p14:creationId xmlns:p14="http://schemas.microsoft.com/office/powerpoint/2010/main" val="27865311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EE967346-3EB2-5E37-1F43-6A650B1329A6}"/>
              </a:ext>
            </a:extLst>
          </p:cNvPr>
          <p:cNvSpPr>
            <a:spLocks noGrp="1"/>
          </p:cNvSpPr>
          <p:nvPr>
            <p:ph type="sldNum" sz="quarter" idx="12"/>
          </p:nvPr>
        </p:nvSpPr>
        <p:spPr/>
        <p:txBody>
          <a:bodyPr>
            <a:normAutofit lnSpcReduction="10000"/>
          </a:bodyPr>
          <a:lstStyle/>
          <a:p>
            <a:fld id="{B5CEABB6-07DC-46E8-9B57-56EC44A396E5}" type="slidenum">
              <a:rPr lang="en-US" smtClean="0"/>
              <a:pPr/>
              <a:t>12</a:t>
            </a:fld>
            <a:endParaRPr lang="en-US" dirty="0"/>
          </a:p>
        </p:txBody>
      </p:sp>
      <p:pic>
        <p:nvPicPr>
          <p:cNvPr id="2" name="Picture 1">
            <a:extLst>
              <a:ext uri="{FF2B5EF4-FFF2-40B4-BE49-F238E27FC236}">
                <a16:creationId xmlns:a16="http://schemas.microsoft.com/office/drawing/2014/main" id="{710B98FB-9BDF-01F7-0FE5-2B213259B891}"/>
              </a:ext>
            </a:extLst>
          </p:cNvPr>
          <p:cNvPicPr/>
          <p:nvPr/>
        </p:nvPicPr>
        <p:blipFill>
          <a:blip r:embed="rId2"/>
          <a:stretch>
            <a:fillRect/>
          </a:stretch>
        </p:blipFill>
        <p:spPr>
          <a:xfrm>
            <a:off x="1371600" y="877972"/>
            <a:ext cx="7641772" cy="4599097"/>
          </a:xfrm>
          <a:prstGeom prst="rect">
            <a:avLst/>
          </a:prstGeom>
        </p:spPr>
      </p:pic>
      <p:sp>
        <p:nvSpPr>
          <p:cNvPr id="3" name="TextBox 2">
            <a:extLst>
              <a:ext uri="{FF2B5EF4-FFF2-40B4-BE49-F238E27FC236}">
                <a16:creationId xmlns:a16="http://schemas.microsoft.com/office/drawing/2014/main" id="{39C0FADA-1DC2-57D4-187C-33E7B24C70B6}"/>
              </a:ext>
            </a:extLst>
          </p:cNvPr>
          <p:cNvSpPr txBox="1"/>
          <p:nvPr/>
        </p:nvSpPr>
        <p:spPr>
          <a:xfrm>
            <a:off x="4082388" y="5477069"/>
            <a:ext cx="4027223" cy="307777"/>
          </a:xfrm>
          <a:prstGeom prst="rect">
            <a:avLst/>
          </a:prstGeom>
          <a:noFill/>
        </p:spPr>
        <p:txBody>
          <a:bodyPr wrap="square" rtlCol="0">
            <a:spAutoFit/>
          </a:bodyPr>
          <a:lstStyle/>
          <a:p>
            <a:r>
              <a:rPr lang="en-US" sz="1400" dirty="0"/>
              <a:t>Fig. Write Operation FSM</a:t>
            </a:r>
            <a:endParaRPr lang="en-IN" sz="1400" dirty="0"/>
          </a:p>
        </p:txBody>
      </p:sp>
    </p:spTree>
    <p:extLst>
      <p:ext uri="{BB962C8B-B14F-4D97-AF65-F5344CB8AC3E}">
        <p14:creationId xmlns:p14="http://schemas.microsoft.com/office/powerpoint/2010/main" val="32518116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16040ACC-563A-4FC8-B3F0-E7D513E0114C}"/>
              </a:ext>
            </a:extLst>
          </p:cNvPr>
          <p:cNvPicPr>
            <a:picLocks noChangeAspect="1"/>
          </p:cNvPicPr>
          <p:nvPr/>
        </p:nvPicPr>
        <p:blipFill>
          <a:blip r:embed="rId2"/>
          <a:stretch>
            <a:fillRect/>
          </a:stretch>
        </p:blipFill>
        <p:spPr>
          <a:xfrm>
            <a:off x="1982072" y="1044599"/>
            <a:ext cx="6830378" cy="1352739"/>
          </a:xfrm>
          <a:prstGeom prst="rect">
            <a:avLst/>
          </a:prstGeom>
        </p:spPr>
      </p:pic>
      <p:sp>
        <p:nvSpPr>
          <p:cNvPr id="10" name="TextBox 9">
            <a:extLst>
              <a:ext uri="{FF2B5EF4-FFF2-40B4-BE49-F238E27FC236}">
                <a16:creationId xmlns:a16="http://schemas.microsoft.com/office/drawing/2014/main" id="{486FF555-3A10-EA39-D065-65D5993BACD7}"/>
              </a:ext>
            </a:extLst>
          </p:cNvPr>
          <p:cNvSpPr txBox="1"/>
          <p:nvPr/>
        </p:nvSpPr>
        <p:spPr>
          <a:xfrm>
            <a:off x="615197" y="2891002"/>
            <a:ext cx="10590516" cy="3416320"/>
          </a:xfrm>
          <a:prstGeom prst="rect">
            <a:avLst/>
          </a:prstGeom>
          <a:noFill/>
        </p:spPr>
        <p:txBody>
          <a:bodyPr wrap="square">
            <a:spAutoFit/>
          </a:bodyPr>
          <a:lstStyle/>
          <a:p>
            <a:r>
              <a:rPr lang="en-US" dirty="0"/>
              <a:t>1. The Master puts an address on the Read Address channel as well as asserting </a:t>
            </a:r>
            <a:r>
              <a:rPr lang="en-US" dirty="0" err="1"/>
              <a:t>ARVALID,indicating</a:t>
            </a:r>
            <a:r>
              <a:rPr lang="en-US" dirty="0"/>
              <a:t> the address is valid, and RREADY, indicating the master is ready to receive data from the slave. </a:t>
            </a:r>
          </a:p>
          <a:p>
            <a:r>
              <a:rPr lang="en-US" dirty="0"/>
              <a:t>2. The Slave asserts ARREADY, indicating that it is ready to receive the address on the bus. </a:t>
            </a:r>
          </a:p>
          <a:p>
            <a:r>
              <a:rPr lang="en-US" dirty="0"/>
              <a:t>3. Since both ARVALID and ARREADY are asserted, on the next rising clock edge the handshake occurs, after this the master and slave </a:t>
            </a:r>
            <a:r>
              <a:rPr lang="en-US" dirty="0" err="1"/>
              <a:t>deassert</a:t>
            </a:r>
            <a:r>
              <a:rPr lang="en-US" dirty="0"/>
              <a:t> ARVALID and the ARREADY, respectively. (At this point, the slave has received the requested address).</a:t>
            </a:r>
          </a:p>
          <a:p>
            <a:r>
              <a:rPr lang="en-US" dirty="0"/>
              <a:t> 4. The Slave puts the requested data on the Read Data channel and asserts RVALID, indicating the data in the channel is valid. The slave can also put a response on RRESP, though this does not occur here. </a:t>
            </a:r>
          </a:p>
          <a:p>
            <a:r>
              <a:rPr lang="en-US" dirty="0"/>
              <a:t>5. Since both RREADY and RVALID are asserted, the next rising clock edge completes the transaction. RREADY and RVALID can now be </a:t>
            </a:r>
            <a:r>
              <a:rPr lang="en-US" dirty="0" err="1"/>
              <a:t>deasserted</a:t>
            </a:r>
            <a:r>
              <a:rPr lang="en-US" dirty="0"/>
              <a:t>. </a:t>
            </a:r>
          </a:p>
        </p:txBody>
      </p:sp>
      <p:sp>
        <p:nvSpPr>
          <p:cNvPr id="2" name="TextBox 1">
            <a:extLst>
              <a:ext uri="{FF2B5EF4-FFF2-40B4-BE49-F238E27FC236}">
                <a16:creationId xmlns:a16="http://schemas.microsoft.com/office/drawing/2014/main" id="{742A2F50-C3B6-04DB-1955-B4CDD6659D41}"/>
              </a:ext>
            </a:extLst>
          </p:cNvPr>
          <p:cNvSpPr txBox="1"/>
          <p:nvPr/>
        </p:nvSpPr>
        <p:spPr>
          <a:xfrm>
            <a:off x="839755" y="475861"/>
            <a:ext cx="2807179" cy="830997"/>
          </a:xfrm>
          <a:prstGeom prst="rect">
            <a:avLst/>
          </a:prstGeom>
          <a:noFill/>
        </p:spPr>
        <p:txBody>
          <a:bodyPr wrap="none" rtlCol="0">
            <a:spAutoFit/>
          </a:bodyPr>
          <a:lstStyle/>
          <a:p>
            <a:r>
              <a:rPr lang="en-US" sz="2400" b="1" dirty="0"/>
              <a:t>Read Operation</a:t>
            </a:r>
          </a:p>
          <a:p>
            <a:endParaRPr lang="en-IN" sz="2400" b="1" dirty="0"/>
          </a:p>
        </p:txBody>
      </p:sp>
    </p:spTree>
    <p:extLst>
      <p:ext uri="{BB962C8B-B14F-4D97-AF65-F5344CB8AC3E}">
        <p14:creationId xmlns:p14="http://schemas.microsoft.com/office/powerpoint/2010/main" val="41847910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D2850BB-0808-EF10-84A6-1B11E0AC8CB8}"/>
              </a:ext>
            </a:extLst>
          </p:cNvPr>
          <p:cNvPicPr/>
          <p:nvPr/>
        </p:nvPicPr>
        <p:blipFill>
          <a:blip r:embed="rId2"/>
          <a:stretch>
            <a:fillRect/>
          </a:stretch>
        </p:blipFill>
        <p:spPr>
          <a:xfrm>
            <a:off x="1569395" y="529679"/>
            <a:ext cx="7630588" cy="5087348"/>
          </a:xfrm>
          <a:prstGeom prst="rect">
            <a:avLst/>
          </a:prstGeom>
        </p:spPr>
      </p:pic>
      <p:sp>
        <p:nvSpPr>
          <p:cNvPr id="3" name="TextBox 2">
            <a:extLst>
              <a:ext uri="{FF2B5EF4-FFF2-40B4-BE49-F238E27FC236}">
                <a16:creationId xmlns:a16="http://schemas.microsoft.com/office/drawing/2014/main" id="{AA12F963-409D-7463-7003-7B399EFD2174}"/>
              </a:ext>
            </a:extLst>
          </p:cNvPr>
          <p:cNvSpPr txBox="1"/>
          <p:nvPr/>
        </p:nvSpPr>
        <p:spPr>
          <a:xfrm>
            <a:off x="4348064" y="5747658"/>
            <a:ext cx="3001455" cy="307777"/>
          </a:xfrm>
          <a:prstGeom prst="rect">
            <a:avLst/>
          </a:prstGeom>
          <a:noFill/>
        </p:spPr>
        <p:txBody>
          <a:bodyPr wrap="square" rtlCol="0">
            <a:spAutoFit/>
          </a:bodyPr>
          <a:lstStyle/>
          <a:p>
            <a:r>
              <a:rPr lang="en-US" sz="1400" dirty="0"/>
              <a:t>Fig. Read Operation FSM</a:t>
            </a:r>
            <a:endParaRPr lang="en-IN" sz="1400" dirty="0"/>
          </a:p>
        </p:txBody>
      </p:sp>
    </p:spTree>
    <p:extLst>
      <p:ext uri="{BB962C8B-B14F-4D97-AF65-F5344CB8AC3E}">
        <p14:creationId xmlns:p14="http://schemas.microsoft.com/office/powerpoint/2010/main" val="33965522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8C63336C-F0F6-D184-2BAA-AE68031E4B7E}"/>
              </a:ext>
            </a:extLst>
          </p:cNvPr>
          <p:cNvPicPr>
            <a:picLocks noChangeAspect="1"/>
          </p:cNvPicPr>
          <p:nvPr/>
        </p:nvPicPr>
        <p:blipFill>
          <a:blip r:embed="rId2"/>
          <a:stretch>
            <a:fillRect/>
          </a:stretch>
        </p:blipFill>
        <p:spPr>
          <a:xfrm>
            <a:off x="2209800" y="2105316"/>
            <a:ext cx="7772400" cy="2647367"/>
          </a:xfrm>
          <a:prstGeom prst="rect">
            <a:avLst/>
          </a:prstGeom>
        </p:spPr>
      </p:pic>
      <p:sp>
        <p:nvSpPr>
          <p:cNvPr id="8" name="TextBox 7">
            <a:extLst>
              <a:ext uri="{FF2B5EF4-FFF2-40B4-BE49-F238E27FC236}">
                <a16:creationId xmlns:a16="http://schemas.microsoft.com/office/drawing/2014/main" id="{AD22D105-1C43-AC2F-91C1-D05815D3B2B3}"/>
              </a:ext>
            </a:extLst>
          </p:cNvPr>
          <p:cNvSpPr txBox="1"/>
          <p:nvPr/>
        </p:nvSpPr>
        <p:spPr>
          <a:xfrm>
            <a:off x="4671373" y="786807"/>
            <a:ext cx="1639400" cy="461665"/>
          </a:xfrm>
          <a:prstGeom prst="rect">
            <a:avLst/>
          </a:prstGeom>
          <a:noFill/>
        </p:spPr>
        <p:txBody>
          <a:bodyPr wrap="square" rtlCol="0">
            <a:spAutoFit/>
          </a:bodyPr>
          <a:lstStyle/>
          <a:p>
            <a:r>
              <a:rPr lang="en-US" sz="2400" b="1" dirty="0"/>
              <a:t>OUTPUT </a:t>
            </a:r>
          </a:p>
        </p:txBody>
      </p:sp>
      <p:sp>
        <p:nvSpPr>
          <p:cNvPr id="2" name="TextBox 1">
            <a:extLst>
              <a:ext uri="{FF2B5EF4-FFF2-40B4-BE49-F238E27FC236}">
                <a16:creationId xmlns:a16="http://schemas.microsoft.com/office/drawing/2014/main" id="{0063178F-E9CA-F441-A089-B4D579CC3CBE}"/>
              </a:ext>
            </a:extLst>
          </p:cNvPr>
          <p:cNvSpPr txBox="1"/>
          <p:nvPr/>
        </p:nvSpPr>
        <p:spPr>
          <a:xfrm>
            <a:off x="5066522" y="4771344"/>
            <a:ext cx="1252266" cy="369332"/>
          </a:xfrm>
          <a:prstGeom prst="rect">
            <a:avLst/>
          </a:prstGeom>
          <a:noFill/>
        </p:spPr>
        <p:txBody>
          <a:bodyPr wrap="none" rtlCol="0">
            <a:spAutoFit/>
          </a:bodyPr>
          <a:lstStyle/>
          <a:p>
            <a:r>
              <a:rPr lang="en-US" sz="1600" dirty="0">
                <a:latin typeface="Aparajita" panose="02020603050405020304" pitchFamily="18" charset="0"/>
                <a:cs typeface="Aparajita" panose="02020603050405020304" pitchFamily="18" charset="0"/>
              </a:rPr>
              <a:t>Fig. </a:t>
            </a:r>
            <a:r>
              <a:rPr lang="en-US" dirty="0">
                <a:latin typeface="Aparajita" panose="02020603050405020304" pitchFamily="18" charset="0"/>
                <a:cs typeface="Aparajita" panose="02020603050405020304" pitchFamily="18" charset="0"/>
              </a:rPr>
              <a:t>Transcript</a:t>
            </a:r>
            <a:endParaRPr lang="en-IN" sz="1200" dirty="0">
              <a:latin typeface="Aparajita" panose="02020603050405020304" pitchFamily="18" charset="0"/>
              <a:cs typeface="Aparajita" panose="02020603050405020304" pitchFamily="18" charset="0"/>
            </a:endParaRPr>
          </a:p>
        </p:txBody>
      </p:sp>
    </p:spTree>
    <p:extLst>
      <p:ext uri="{BB962C8B-B14F-4D97-AF65-F5344CB8AC3E}">
        <p14:creationId xmlns:p14="http://schemas.microsoft.com/office/powerpoint/2010/main" val="22451077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D7CF326A-94D7-94E6-2971-A8C87591B1E5}"/>
              </a:ext>
            </a:extLst>
          </p:cNvPr>
          <p:cNvPicPr>
            <a:picLocks noChangeAspect="1"/>
          </p:cNvPicPr>
          <p:nvPr/>
        </p:nvPicPr>
        <p:blipFill>
          <a:blip r:embed="rId2"/>
          <a:srcRect t="10539" r="23218" b="40357"/>
          <a:stretch>
            <a:fillRect/>
          </a:stretch>
        </p:blipFill>
        <p:spPr>
          <a:xfrm>
            <a:off x="0" y="2015411"/>
            <a:ext cx="11205711" cy="3692791"/>
          </a:xfrm>
          <a:prstGeom prst="rect">
            <a:avLst/>
          </a:prstGeom>
        </p:spPr>
      </p:pic>
      <p:sp>
        <p:nvSpPr>
          <p:cNvPr id="2" name="TextBox 1">
            <a:extLst>
              <a:ext uri="{FF2B5EF4-FFF2-40B4-BE49-F238E27FC236}">
                <a16:creationId xmlns:a16="http://schemas.microsoft.com/office/drawing/2014/main" id="{FAE401C2-AF49-61E8-84C3-B080BC10E0BA}"/>
              </a:ext>
            </a:extLst>
          </p:cNvPr>
          <p:cNvSpPr txBox="1"/>
          <p:nvPr/>
        </p:nvSpPr>
        <p:spPr>
          <a:xfrm>
            <a:off x="4530285" y="1149798"/>
            <a:ext cx="2145139" cy="461665"/>
          </a:xfrm>
          <a:prstGeom prst="rect">
            <a:avLst/>
          </a:prstGeom>
          <a:noFill/>
        </p:spPr>
        <p:txBody>
          <a:bodyPr wrap="none" rtlCol="0">
            <a:spAutoFit/>
          </a:bodyPr>
          <a:lstStyle/>
          <a:p>
            <a:r>
              <a:rPr lang="en-US" sz="2400" b="1" u="sng" dirty="0">
                <a:latin typeface="Aparajita" panose="02020603050405020304" pitchFamily="18" charset="0"/>
                <a:cs typeface="Aparajita" panose="02020603050405020304" pitchFamily="18" charset="0"/>
              </a:rPr>
              <a:t>Output Waveform</a:t>
            </a:r>
            <a:endParaRPr lang="en-IN" sz="2400" b="1" u="sng" dirty="0">
              <a:latin typeface="Aparajita" panose="02020603050405020304" pitchFamily="18" charset="0"/>
              <a:cs typeface="Aparajita" panose="02020603050405020304" pitchFamily="18" charset="0"/>
            </a:endParaRPr>
          </a:p>
        </p:txBody>
      </p:sp>
    </p:spTree>
    <p:extLst>
      <p:ext uri="{BB962C8B-B14F-4D97-AF65-F5344CB8AC3E}">
        <p14:creationId xmlns:p14="http://schemas.microsoft.com/office/powerpoint/2010/main" val="75457435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FBA46EB8-0D30-5DEE-B810-C296CAF736B4}"/>
              </a:ext>
            </a:extLst>
          </p:cNvPr>
          <p:cNvSpPr txBox="1"/>
          <p:nvPr/>
        </p:nvSpPr>
        <p:spPr>
          <a:xfrm>
            <a:off x="700324" y="1225334"/>
            <a:ext cx="10161917" cy="5355312"/>
          </a:xfrm>
          <a:prstGeom prst="rect">
            <a:avLst/>
          </a:prstGeom>
          <a:noFill/>
        </p:spPr>
        <p:txBody>
          <a:bodyPr wrap="square">
            <a:spAutoFit/>
          </a:bodyPr>
          <a:lstStyle/>
          <a:p>
            <a:r>
              <a:rPr lang="en-IN" b="1" dirty="0"/>
              <a:t> Sajida Sayyad: Interface &amp; Master Write Channel </a:t>
            </a:r>
            <a:endParaRPr lang="en-IN" dirty="0"/>
          </a:p>
          <a:p>
            <a:pPr lvl="0" fontAlgn="base"/>
            <a:r>
              <a:rPr lang="en-IN" dirty="0"/>
              <a:t>Designs and maintains the AXI Lite interface, ensuring correct signal definitions and connectivity between master and slave.  </a:t>
            </a:r>
          </a:p>
          <a:p>
            <a:pPr lvl="0" fontAlgn="base"/>
            <a:r>
              <a:rPr lang="en-IN" dirty="0"/>
              <a:t>Implements write address and data channels by controlling AWVALID, WVALID, and handling handshake signals properly.  </a:t>
            </a:r>
          </a:p>
          <a:p>
            <a:pPr lvl="0" fontAlgn="base"/>
            <a:r>
              <a:rPr lang="en-IN" dirty="0"/>
              <a:t>Handles write response channel by receiving BRESP and completing transactions using BREADY.  </a:t>
            </a:r>
          </a:p>
          <a:p>
            <a:pPr lvl="0" fontAlgn="base"/>
            <a:r>
              <a:rPr lang="en-IN" dirty="0"/>
              <a:t>Debugs write-side issues and ensures protocol-compliant data transfer with coordination from the slave write logic.  </a:t>
            </a:r>
          </a:p>
          <a:p>
            <a:pPr lvl="0" fontAlgn="base"/>
            <a:endParaRPr lang="en-IN" dirty="0"/>
          </a:p>
          <a:p>
            <a:r>
              <a:rPr lang="en-IN" b="1" dirty="0"/>
              <a:t>Nikhil Swarna: Master Read Channel &amp; Slave Read Path</a:t>
            </a:r>
            <a:r>
              <a:rPr lang="en-IN" dirty="0"/>
              <a:t> </a:t>
            </a:r>
          </a:p>
          <a:p>
            <a:pPr lvl="0" fontAlgn="base"/>
            <a:r>
              <a:rPr lang="en-IN" dirty="0"/>
              <a:t>Implements read address and data channels by managing ARVALID, RREADY, and ensuring correct handshake behaviour.  </a:t>
            </a:r>
          </a:p>
          <a:p>
            <a:pPr lvl="0" fontAlgn="base"/>
            <a:r>
              <a:rPr lang="en-IN" dirty="0"/>
              <a:t>Develops slave-side read logic to decode addresses and return appropriate data through RDATA.  </a:t>
            </a:r>
          </a:p>
          <a:p>
            <a:pPr lvl="0" fontAlgn="base"/>
            <a:r>
              <a:rPr lang="en-IN" dirty="0"/>
              <a:t>Ensures proper sequencing between address and data phases to maintain correct read transactions.  </a:t>
            </a:r>
          </a:p>
          <a:p>
            <a:pPr lvl="0" fontAlgn="base"/>
            <a:r>
              <a:rPr lang="en-IN" dirty="0"/>
              <a:t>Debugs read path functionality and verifies correctness of returned data with testbench support.  </a:t>
            </a:r>
          </a:p>
        </p:txBody>
      </p:sp>
      <p:sp>
        <p:nvSpPr>
          <p:cNvPr id="12" name="TextBox 11">
            <a:extLst>
              <a:ext uri="{FF2B5EF4-FFF2-40B4-BE49-F238E27FC236}">
                <a16:creationId xmlns:a16="http://schemas.microsoft.com/office/drawing/2014/main" id="{CB45AAC9-AA4B-8946-69C6-3789379E8104}"/>
              </a:ext>
            </a:extLst>
          </p:cNvPr>
          <p:cNvSpPr txBox="1"/>
          <p:nvPr/>
        </p:nvSpPr>
        <p:spPr>
          <a:xfrm>
            <a:off x="700324" y="579003"/>
            <a:ext cx="4123426" cy="677108"/>
          </a:xfrm>
          <a:prstGeom prst="rect">
            <a:avLst/>
          </a:prstGeom>
          <a:noFill/>
        </p:spPr>
        <p:txBody>
          <a:bodyPr wrap="square" rtlCol="0">
            <a:spAutoFit/>
          </a:bodyPr>
          <a:lstStyle/>
          <a:p>
            <a:r>
              <a:rPr lang="en-US" sz="2000" b="1" u="sng" dirty="0"/>
              <a:t>Roles and Responsibilities</a:t>
            </a:r>
          </a:p>
          <a:p>
            <a:endParaRPr lang="en-US" dirty="0"/>
          </a:p>
        </p:txBody>
      </p:sp>
    </p:spTree>
    <p:extLst>
      <p:ext uri="{BB962C8B-B14F-4D97-AF65-F5344CB8AC3E}">
        <p14:creationId xmlns:p14="http://schemas.microsoft.com/office/powerpoint/2010/main" val="293565484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6D5E975-F6E5-D5F2-9136-23B3F7B8D60D}"/>
              </a:ext>
            </a:extLst>
          </p:cNvPr>
          <p:cNvSpPr txBox="1"/>
          <p:nvPr/>
        </p:nvSpPr>
        <p:spPr>
          <a:xfrm>
            <a:off x="671805" y="951724"/>
            <a:ext cx="9796754" cy="4801314"/>
          </a:xfrm>
          <a:prstGeom prst="rect">
            <a:avLst/>
          </a:prstGeom>
          <a:noFill/>
        </p:spPr>
        <p:txBody>
          <a:bodyPr wrap="square" rtlCol="0">
            <a:spAutoFit/>
          </a:bodyPr>
          <a:lstStyle/>
          <a:p>
            <a:r>
              <a:rPr lang="en-IN" b="1" dirty="0"/>
              <a:t> Hanisha Dhananjaya </a:t>
            </a:r>
            <a:r>
              <a:rPr lang="en-IN" b="1" dirty="0" err="1"/>
              <a:t>Produtur</a:t>
            </a:r>
            <a:r>
              <a:rPr lang="en-IN" b="1" dirty="0"/>
              <a:t>: Slave Write Logic &amp; Package </a:t>
            </a:r>
            <a:endParaRPr lang="en-IN" dirty="0"/>
          </a:p>
          <a:p>
            <a:pPr lvl="0" fontAlgn="base"/>
            <a:r>
              <a:rPr lang="en-IN" dirty="0"/>
              <a:t>Implements slave write channels by handling AWREADY, WREADY, and updating registers/memory correctly.  </a:t>
            </a:r>
          </a:p>
          <a:p>
            <a:pPr lvl="0" fontAlgn="base"/>
            <a:r>
              <a:rPr lang="en-IN" dirty="0"/>
              <a:t>Generates write responses using BVALID and BRESP to complete transactions reliably.  </a:t>
            </a:r>
          </a:p>
          <a:p>
            <a:pPr lvl="0" fontAlgn="base"/>
            <a:r>
              <a:rPr lang="en-IN" dirty="0"/>
              <a:t>Maintains the package file by defining parameters, typedefs, and ensuring consistency across modules.  </a:t>
            </a:r>
          </a:p>
          <a:p>
            <a:pPr lvl="0" fontAlgn="base"/>
            <a:r>
              <a:rPr lang="en-IN" dirty="0"/>
              <a:t>Verifies data integrity after writes and coordinates with master write logic for correctness.</a:t>
            </a:r>
          </a:p>
          <a:p>
            <a:pPr lvl="0" fontAlgn="base"/>
            <a:endParaRPr lang="en-IN" dirty="0"/>
          </a:p>
          <a:p>
            <a:pPr lvl="0" fontAlgn="base"/>
            <a:r>
              <a:rPr lang="en-IN" b="1" dirty="0"/>
              <a:t>Venkat Sai Sumanth </a:t>
            </a:r>
            <a:r>
              <a:rPr lang="en-IN" b="1" dirty="0" err="1"/>
              <a:t>Koyada</a:t>
            </a:r>
            <a:r>
              <a:rPr lang="en-IN" b="1" dirty="0"/>
              <a:t>:  Testbench &amp; Integration </a:t>
            </a:r>
            <a:endParaRPr lang="en-IN" dirty="0"/>
          </a:p>
          <a:p>
            <a:pPr lvl="0" fontAlgn="base"/>
            <a:r>
              <a:rPr lang="en-IN" dirty="0"/>
              <a:t>Developed a comprehensive testbench by integrating all modules, generating clock/reset, and ensuring correct system level connectivity.  </a:t>
            </a:r>
          </a:p>
          <a:p>
            <a:pPr lvl="0" fontAlgn="base"/>
            <a:r>
              <a:rPr lang="en-IN" dirty="0"/>
              <a:t>Implemented reusable automatic tasks for read and write operations to modularize stimulus generation and improve verification efficiency.  </a:t>
            </a:r>
          </a:p>
          <a:p>
            <a:pPr lvl="0" fontAlgn="base"/>
            <a:r>
              <a:rPr lang="en-IN" dirty="0"/>
              <a:t>Designed and executed multiple test scenarios including OKAY, SLVERR, and DECERR responses, validating protocol behaviour under normal and error conditions.  </a:t>
            </a:r>
          </a:p>
          <a:p>
            <a:r>
              <a:rPr lang="en-IN" dirty="0"/>
              <a:t>Identified and debugged critical issues during simulation, resolving handshake mismatches and data inconsistencies through iterative fixes and analysis.</a:t>
            </a:r>
          </a:p>
        </p:txBody>
      </p:sp>
    </p:spTree>
    <p:extLst>
      <p:ext uri="{BB962C8B-B14F-4D97-AF65-F5344CB8AC3E}">
        <p14:creationId xmlns:p14="http://schemas.microsoft.com/office/powerpoint/2010/main" val="294919791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522BC9C7-18F3-FE0C-9F08-C8B60D221942}"/>
              </a:ext>
            </a:extLst>
          </p:cNvPr>
          <p:cNvSpPr txBox="1"/>
          <p:nvPr/>
        </p:nvSpPr>
        <p:spPr>
          <a:xfrm>
            <a:off x="3942272" y="2685439"/>
            <a:ext cx="6763109" cy="769441"/>
          </a:xfrm>
          <a:prstGeom prst="rect">
            <a:avLst/>
          </a:prstGeom>
          <a:noFill/>
        </p:spPr>
        <p:txBody>
          <a:bodyPr wrap="square" rtlCol="0">
            <a:spAutoFit/>
          </a:bodyPr>
          <a:lstStyle/>
          <a:p>
            <a:r>
              <a:rPr lang="en-US" sz="4400" dirty="0"/>
              <a:t>Thank You!</a:t>
            </a:r>
          </a:p>
        </p:txBody>
      </p:sp>
    </p:spTree>
    <p:extLst>
      <p:ext uri="{BB962C8B-B14F-4D97-AF65-F5344CB8AC3E}">
        <p14:creationId xmlns:p14="http://schemas.microsoft.com/office/powerpoint/2010/main" val="1410081384"/>
      </p:ext>
    </p:extLst>
  </p:cSld>
  <p:clrMapOvr>
    <a:masterClrMapping/>
  </p:clrMapOvr>
</p:sld>
</file>

<file path=ppt/theme/theme1.xml><?xml version="1.0" encoding="utf-8"?>
<a:theme xmlns:a="http://schemas.openxmlformats.org/drawingml/2006/main" name="View">
  <a:themeElements>
    <a:clrScheme name="View">
      <a:dk1>
        <a:srgbClr val="000000"/>
      </a:dk1>
      <a:lt1>
        <a:srgbClr val="FFFFFF"/>
      </a:lt1>
      <a:dk2>
        <a:srgbClr val="46464A"/>
      </a:dk2>
      <a:lt2>
        <a:srgbClr val="D6D3CC"/>
      </a:lt2>
      <a:accent1>
        <a:srgbClr val="6F6F74"/>
      </a:accent1>
      <a:accent2>
        <a:srgbClr val="92A9B9"/>
      </a:accent2>
      <a:accent3>
        <a:srgbClr val="A7B789"/>
      </a:accent3>
      <a:accent4>
        <a:srgbClr val="B9A489"/>
      </a:accent4>
      <a:accent5>
        <a:srgbClr val="8D6374"/>
      </a:accent5>
      <a:accent6>
        <a:srgbClr val="9B7362"/>
      </a:accent6>
      <a:hlink>
        <a:srgbClr val="67AABF"/>
      </a:hlink>
      <a:folHlink>
        <a:srgbClr val="ABAFA5"/>
      </a:folHlink>
    </a:clrScheme>
    <a:fontScheme name="View">
      <a:maj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View">
      <a:fillStyleLst>
        <a:solidFill>
          <a:schemeClr val="phClr"/>
        </a:solidFill>
        <a:solidFill>
          <a:schemeClr val="phClr">
            <a:tint val="60000"/>
            <a:satMod val="120000"/>
          </a:schemeClr>
        </a:solidFill>
        <a:solidFill>
          <a:schemeClr val="phClr">
            <a:shade val="75000"/>
            <a:satMod val="160000"/>
          </a:schemeClr>
        </a:solidFill>
      </a:fillStyleLst>
      <a:lnStyleLst>
        <a:ln w="9525" cap="flat" cmpd="sng" algn="ctr">
          <a:solidFill>
            <a:schemeClr val="phClr"/>
          </a:solidFill>
          <a:prstDash val="solid"/>
        </a:ln>
        <a:ln w="13970" cap="flat" cmpd="sng" algn="ctr">
          <a:solidFill>
            <a:schemeClr val="phClr"/>
          </a:solidFill>
          <a:prstDash val="solid"/>
        </a:ln>
        <a:ln w="17145" cap="flat" cmpd="sng" algn="ctr">
          <a:solidFill>
            <a:schemeClr val="phClr">
              <a:shade val="95000"/>
              <a:alpha val="95000"/>
              <a:satMod val="150000"/>
            </a:schemeClr>
          </a:solidFill>
          <a:prstDash val="solid"/>
        </a:ln>
      </a:lnStyleLst>
      <a:effectStyleLst>
        <a:effectStyle>
          <a:effectLst/>
        </a:effectStyle>
        <a:effectStyle>
          <a:effectLst>
            <a:outerShdw blurRad="50800" dist="15240" dir="5400000" algn="tl" rotWithShape="0">
              <a:srgbClr val="000000">
                <a:alpha val="75000"/>
              </a:srgbClr>
            </a:outerShdw>
          </a:effectLst>
          <a:scene3d>
            <a:camera prst="orthographicFront">
              <a:rot lat="0" lon="0" rev="0"/>
            </a:camera>
            <a:lightRig rig="brightRoom" dir="tl"/>
          </a:scene3d>
          <a:sp3d contourW="9525" prstMaterial="flat">
            <a:bevelT w="0" h="0" prst="coolSlant"/>
            <a:contourClr>
              <a:schemeClr val="phClr">
                <a:shade val="35000"/>
                <a:satMod val="130000"/>
              </a:schemeClr>
            </a:contourClr>
          </a:sp3d>
        </a:effectStyle>
        <a:effectStyle>
          <a:effectLst>
            <a:outerShdw blurRad="76200" dist="25400" dir="5400000" algn="tl" rotWithShape="0">
              <a:srgbClr val="000000">
                <a:alpha val="55000"/>
              </a:srgbClr>
            </a:outerShdw>
          </a:effectLst>
          <a:scene3d>
            <a:camera prst="orthographicFront">
              <a:rot lat="0" lon="0" rev="0"/>
            </a:camera>
            <a:lightRig rig="brightRoom" dir="tl"/>
          </a:scene3d>
          <a:sp3d contourW="19050" prstMaterial="flat">
            <a:bevelT w="0" h="0" prst="coolSlant"/>
            <a:contourClr>
              <a:schemeClr val="phClr">
                <a:shade val="25000"/>
                <a:satMod val="140000"/>
              </a:schemeClr>
            </a:contourClr>
          </a:sp3d>
        </a:effectStyle>
      </a:effectStyleLst>
      <a:bgFillStyleLst>
        <a:solidFill>
          <a:schemeClr val="phClr"/>
        </a:solidFill>
        <a:solidFill>
          <a:schemeClr val="phClr">
            <a:tint val="95000"/>
            <a:satMod val="170000"/>
          </a:schemeClr>
        </a:solidFill>
        <a:gradFill rotWithShape="1">
          <a:gsLst>
            <a:gs pos="0">
              <a:schemeClr val="phClr">
                <a:tint val="94000"/>
                <a:shade val="98000"/>
                <a:satMod val="130000"/>
                <a:lumMod val="102000"/>
              </a:schemeClr>
            </a:gs>
            <a:gs pos="100000">
              <a:schemeClr val="phClr">
                <a:tint val="98000"/>
                <a:shade val="78000"/>
                <a:satMod val="140000"/>
              </a:schemeClr>
            </a:gs>
          </a:gsLst>
          <a:path path="circle">
            <a:fillToRect l="100000" t="100000" r="100000" b="100000"/>
          </a:path>
        </a:gradFill>
      </a:bgFillStyleLst>
    </a:fmtScheme>
  </a:themeElements>
  <a:objectDefaults/>
  <a:extraClrSchemeLst/>
  <a:extLst>
    <a:ext uri="{05A4C25C-085E-4340-85A3-A5531E510DB2}">
      <thm15:themeFamily xmlns:thm15="http://schemas.microsoft.com/office/thememl/2012/main" name="View" id="{BA0EB5A6-F2D4-4F82-977B-64ADEE4A2A69}" vid="{3969A8A2-35DB-4E3B-8885-16FD2056867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7" ma:contentTypeDescription="Create a new document." ma:contentTypeScope="" ma:versionID="c6f9a84f66a9c8b9a21755b9ffafb945">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27df39e3e7036dff54f89ddd5805ce72"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966C46A-DC57-4209-80CD-9FE6C93151FF}">
  <ds:schemaRefs>
    <ds:schemaRef ds:uri="http://schemas.microsoft.com/sharepoint/v3/contenttype/forms"/>
  </ds:schemaRefs>
</ds:datastoreItem>
</file>

<file path=customXml/itemProps2.xml><?xml version="1.0" encoding="utf-8"?>
<ds:datastoreItem xmlns:ds="http://schemas.openxmlformats.org/officeDocument/2006/customXml" ds:itemID="{BEFFFA3F-0FB5-4ED3-8906-A15B16577F44}">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4E18436D-DA32-4E27-AC64-8FFEDA5218F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TM03457515[[fn=View]]</Template>
  <TotalTime>258</TotalTime>
  <Words>1441</Words>
  <Application>Microsoft Office PowerPoint</Application>
  <PresentationFormat>Widescreen</PresentationFormat>
  <Paragraphs>121</Paragraphs>
  <Slides>19</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19</vt:i4>
      </vt:variant>
    </vt:vector>
  </HeadingPairs>
  <TitlesOfParts>
    <vt:vector size="27" baseType="lpstr">
      <vt:lpstr>aeonik</vt:lpstr>
      <vt:lpstr>Aparajita</vt:lpstr>
      <vt:lpstr>Arial</vt:lpstr>
      <vt:lpstr>Calibri</vt:lpstr>
      <vt:lpstr>Century Schoolbook</vt:lpstr>
      <vt:lpstr>Consolas</vt:lpstr>
      <vt:lpstr>Wingdings 2</vt:lpstr>
      <vt:lpstr>View</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Hanisha Produtur</dc:creator>
  <cp:lastModifiedBy>Sai Sumanth</cp:lastModifiedBy>
  <cp:revision>11</cp:revision>
  <dcterms:created xsi:type="dcterms:W3CDTF">2026-03-17T21:27:08Z</dcterms:created>
  <dcterms:modified xsi:type="dcterms:W3CDTF">2026-03-21T05:16:18Z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